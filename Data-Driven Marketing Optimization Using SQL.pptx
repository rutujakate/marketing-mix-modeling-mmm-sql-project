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82" r:id="rId4"/>
    <p:sldId id="258" r:id="rId5"/>
    <p:sldId id="259" r:id="rId6"/>
    <p:sldId id="260" r:id="rId7"/>
    <p:sldId id="261" r:id="rId8"/>
    <p:sldId id="262" r:id="rId9"/>
    <p:sldId id="263" r:id="rId10"/>
    <p:sldId id="264" r:id="rId11"/>
    <p:sldId id="265" r:id="rId12"/>
    <p:sldId id="277" r:id="rId13"/>
    <p:sldId id="278" r:id="rId14"/>
    <p:sldId id="279" r:id="rId15"/>
    <p:sldId id="280" r:id="rId16"/>
    <p:sldId id="268" r:id="rId17"/>
    <p:sldId id="267" r:id="rId18"/>
    <p:sldId id="269" r:id="rId19"/>
    <p:sldId id="281" r:id="rId20"/>
    <p:sldId id="270" r:id="rId21"/>
    <p:sldId id="271" r:id="rId22"/>
    <p:sldId id="272" r:id="rId23"/>
    <p:sldId id="273" r:id="rId24"/>
    <p:sldId id="274" r:id="rId25"/>
    <p:sldId id="275" r:id="rId26"/>
    <p:sldId id="276" r:id="rId2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9C2C47"/>
    <a:srgbClr val="EFA3B9"/>
    <a:srgbClr val="DC7281"/>
    <a:srgbClr val="B33351"/>
    <a:srgbClr val="C36BA6"/>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708D887C-ED90-4653-A5C5-61E406BB3AE2}" v="38" dt="2025-10-04T07:57:56.235"/>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987" autoAdjust="0"/>
    <p:restoredTop sz="94660"/>
  </p:normalViewPr>
  <p:slideViewPr>
    <p:cSldViewPr snapToGrid="0">
      <p:cViewPr varScale="1">
        <p:scale>
          <a:sx n="80" d="100"/>
          <a:sy n="80" d="100"/>
        </p:scale>
        <p:origin x="82" y="283"/>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microsoft.com/office/2015/10/relationships/revisionInfo" Target="revisionInfo.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microsoft.com/office/2016/11/relationships/changesInfo" Target="changesInfos/changesInfo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theme" Target="theme/theme1.xml"/><Relationship Id="rId8" Type="http://schemas.openxmlformats.org/officeDocument/2006/relationships/slide" Target="slides/slide7.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rutujakate203@gmail.com" userId="9d31e2cfb3cfc3dc" providerId="LiveId" clId="{8EF1446F-06DC-4621-A486-369A3176176B}"/>
    <pc:docChg chg="undo custSel addSld delSld modSld sldOrd">
      <pc:chgData name="rutujakate203@gmail.com" userId="9d31e2cfb3cfc3dc" providerId="LiveId" clId="{8EF1446F-06DC-4621-A486-369A3176176B}" dt="2025-10-04T08:00:56.207" v="435" actId="207"/>
      <pc:docMkLst>
        <pc:docMk/>
      </pc:docMkLst>
      <pc:sldChg chg="modSp mod">
        <pc:chgData name="rutujakate203@gmail.com" userId="9d31e2cfb3cfc3dc" providerId="LiveId" clId="{8EF1446F-06DC-4621-A486-369A3176176B}" dt="2025-10-04T06:41:07.171" v="23" actId="1076"/>
        <pc:sldMkLst>
          <pc:docMk/>
          <pc:sldMk cId="225760402" sldId="261"/>
        </pc:sldMkLst>
        <pc:spChg chg="mod">
          <ac:chgData name="rutujakate203@gmail.com" userId="9d31e2cfb3cfc3dc" providerId="LiveId" clId="{8EF1446F-06DC-4621-A486-369A3176176B}" dt="2025-10-04T06:41:07.171" v="23" actId="1076"/>
          <ac:spMkLst>
            <pc:docMk/>
            <pc:sldMk cId="225760402" sldId="261"/>
            <ac:spMk id="9" creationId="{743582E0-D1C1-1D1C-66E9-85EE93D8265A}"/>
          </ac:spMkLst>
        </pc:spChg>
      </pc:sldChg>
      <pc:sldChg chg="modSp mod">
        <pc:chgData name="rutujakate203@gmail.com" userId="9d31e2cfb3cfc3dc" providerId="LiveId" clId="{8EF1446F-06DC-4621-A486-369A3176176B}" dt="2025-10-04T07:30:48.309" v="289" actId="115"/>
        <pc:sldMkLst>
          <pc:docMk/>
          <pc:sldMk cId="3322277201" sldId="264"/>
        </pc:sldMkLst>
        <pc:spChg chg="mod">
          <ac:chgData name="rutujakate203@gmail.com" userId="9d31e2cfb3cfc3dc" providerId="LiveId" clId="{8EF1446F-06DC-4621-A486-369A3176176B}" dt="2025-10-04T07:30:48.309" v="289" actId="115"/>
          <ac:spMkLst>
            <pc:docMk/>
            <pc:sldMk cId="3322277201" sldId="264"/>
            <ac:spMk id="18" creationId="{A7F9CA58-A1F9-183A-526E-7657F7087408}"/>
          </ac:spMkLst>
        </pc:spChg>
        <pc:spChg chg="mod">
          <ac:chgData name="rutujakate203@gmail.com" userId="9d31e2cfb3cfc3dc" providerId="LiveId" clId="{8EF1446F-06DC-4621-A486-369A3176176B}" dt="2025-10-04T07:30:40.867" v="288" actId="20577"/>
          <ac:spMkLst>
            <pc:docMk/>
            <pc:sldMk cId="3322277201" sldId="264"/>
            <ac:spMk id="22" creationId="{40E4D597-DDD6-807B-9F0E-DEFFB6171292}"/>
          </ac:spMkLst>
        </pc:spChg>
      </pc:sldChg>
      <pc:sldChg chg="modSp mod">
        <pc:chgData name="rutujakate203@gmail.com" userId="9d31e2cfb3cfc3dc" providerId="LiveId" clId="{8EF1446F-06DC-4621-A486-369A3176176B}" dt="2025-10-04T07:30:20.802" v="270" actId="20577"/>
        <pc:sldMkLst>
          <pc:docMk/>
          <pc:sldMk cId="2604151331" sldId="265"/>
        </pc:sldMkLst>
        <pc:spChg chg="mod">
          <ac:chgData name="rutujakate203@gmail.com" userId="9d31e2cfb3cfc3dc" providerId="LiveId" clId="{8EF1446F-06DC-4621-A486-369A3176176B}" dt="2025-10-04T07:30:20.802" v="270" actId="20577"/>
          <ac:spMkLst>
            <pc:docMk/>
            <pc:sldMk cId="2604151331" sldId="265"/>
            <ac:spMk id="12" creationId="{C7C372BF-167A-8474-1685-A1244F07357D}"/>
          </ac:spMkLst>
        </pc:spChg>
        <pc:picChg chg="mod">
          <ac:chgData name="rutujakate203@gmail.com" userId="9d31e2cfb3cfc3dc" providerId="LiveId" clId="{8EF1446F-06DC-4621-A486-369A3176176B}" dt="2025-10-04T06:59:38.345" v="42" actId="14100"/>
          <ac:picMkLst>
            <pc:docMk/>
            <pc:sldMk cId="2604151331" sldId="265"/>
            <ac:picMk id="4" creationId="{F21DD177-6AE7-7DCF-DD5B-0EE4F8A73BF0}"/>
          </ac:picMkLst>
        </pc:picChg>
        <pc:picChg chg="mod">
          <ac:chgData name="rutujakate203@gmail.com" userId="9d31e2cfb3cfc3dc" providerId="LiveId" clId="{8EF1446F-06DC-4621-A486-369A3176176B}" dt="2025-10-04T06:59:42.567" v="43" actId="14100"/>
          <ac:picMkLst>
            <pc:docMk/>
            <pc:sldMk cId="2604151331" sldId="265"/>
            <ac:picMk id="9" creationId="{25CBE406-B348-88FC-CB91-CD32B0393390}"/>
          </ac:picMkLst>
        </pc:picChg>
      </pc:sldChg>
      <pc:sldChg chg="del">
        <pc:chgData name="rutujakate203@gmail.com" userId="9d31e2cfb3cfc3dc" providerId="LiveId" clId="{8EF1446F-06DC-4621-A486-369A3176176B}" dt="2025-10-04T07:51:38.213" v="362" actId="47"/>
        <pc:sldMkLst>
          <pc:docMk/>
          <pc:sldMk cId="1543648295" sldId="266"/>
        </pc:sldMkLst>
      </pc:sldChg>
      <pc:sldChg chg="ord">
        <pc:chgData name="rutujakate203@gmail.com" userId="9d31e2cfb3cfc3dc" providerId="LiveId" clId="{8EF1446F-06DC-4621-A486-369A3176176B}" dt="2025-10-04T07:51:49.502" v="364"/>
        <pc:sldMkLst>
          <pc:docMk/>
          <pc:sldMk cId="1033597335" sldId="267"/>
        </pc:sldMkLst>
      </pc:sldChg>
      <pc:sldChg chg="modSp mod">
        <pc:chgData name="rutujakate203@gmail.com" userId="9d31e2cfb3cfc3dc" providerId="LiveId" clId="{8EF1446F-06DC-4621-A486-369A3176176B}" dt="2025-10-04T07:51:25.205" v="361" actId="14861"/>
        <pc:sldMkLst>
          <pc:docMk/>
          <pc:sldMk cId="972489049" sldId="269"/>
        </pc:sldMkLst>
        <pc:picChg chg="mod">
          <ac:chgData name="rutujakate203@gmail.com" userId="9d31e2cfb3cfc3dc" providerId="LiveId" clId="{8EF1446F-06DC-4621-A486-369A3176176B}" dt="2025-10-04T07:51:19.449" v="360" actId="1076"/>
          <ac:picMkLst>
            <pc:docMk/>
            <pc:sldMk cId="972489049" sldId="269"/>
            <ac:picMk id="12" creationId="{A8E80877-B72B-1A4F-F077-982A1536A6A1}"/>
          </ac:picMkLst>
        </pc:picChg>
        <pc:picChg chg="mod">
          <ac:chgData name="rutujakate203@gmail.com" userId="9d31e2cfb3cfc3dc" providerId="LiveId" clId="{8EF1446F-06DC-4621-A486-369A3176176B}" dt="2025-10-04T07:51:25.205" v="361" actId="14861"/>
          <ac:picMkLst>
            <pc:docMk/>
            <pc:sldMk cId="972489049" sldId="269"/>
            <ac:picMk id="15" creationId="{4E14C87F-C234-40CE-4353-9195EE3AEB61}"/>
          </ac:picMkLst>
        </pc:picChg>
      </pc:sldChg>
      <pc:sldChg chg="modSp mod">
        <pc:chgData name="rutujakate203@gmail.com" userId="9d31e2cfb3cfc3dc" providerId="LiveId" clId="{8EF1446F-06DC-4621-A486-369A3176176B}" dt="2025-10-04T07:50:35.109" v="353" actId="14861"/>
        <pc:sldMkLst>
          <pc:docMk/>
          <pc:sldMk cId="4058938569" sldId="270"/>
        </pc:sldMkLst>
        <pc:picChg chg="mod">
          <ac:chgData name="rutujakate203@gmail.com" userId="9d31e2cfb3cfc3dc" providerId="LiveId" clId="{8EF1446F-06DC-4621-A486-369A3176176B}" dt="2025-10-04T07:50:26.997" v="352" actId="14861"/>
          <ac:picMkLst>
            <pc:docMk/>
            <pc:sldMk cId="4058938569" sldId="270"/>
            <ac:picMk id="7" creationId="{14A5E8C3-EAEC-9ECD-F3D7-FBE2080A83BA}"/>
          </ac:picMkLst>
        </pc:picChg>
        <pc:picChg chg="mod">
          <ac:chgData name="rutujakate203@gmail.com" userId="9d31e2cfb3cfc3dc" providerId="LiveId" clId="{8EF1446F-06DC-4621-A486-369A3176176B}" dt="2025-10-04T07:50:35.109" v="353" actId="14861"/>
          <ac:picMkLst>
            <pc:docMk/>
            <pc:sldMk cId="4058938569" sldId="270"/>
            <ac:picMk id="10" creationId="{4341F556-8A05-F6DB-2443-8DBE76A2AE01}"/>
          </ac:picMkLst>
        </pc:picChg>
      </pc:sldChg>
      <pc:sldChg chg="modSp mod">
        <pc:chgData name="rutujakate203@gmail.com" userId="9d31e2cfb3cfc3dc" providerId="LiveId" clId="{8EF1446F-06DC-4621-A486-369A3176176B}" dt="2025-10-04T07:50:12.466" v="351" actId="14861"/>
        <pc:sldMkLst>
          <pc:docMk/>
          <pc:sldMk cId="2049188391" sldId="271"/>
        </pc:sldMkLst>
        <pc:spChg chg="mod">
          <ac:chgData name="rutujakate203@gmail.com" userId="9d31e2cfb3cfc3dc" providerId="LiveId" clId="{8EF1446F-06DC-4621-A486-369A3176176B}" dt="2025-10-04T06:43:03.574" v="31" actId="1076"/>
          <ac:spMkLst>
            <pc:docMk/>
            <pc:sldMk cId="2049188391" sldId="271"/>
            <ac:spMk id="4" creationId="{E3962E56-8BC9-148F-9A02-A0577449FD98}"/>
          </ac:spMkLst>
        </pc:spChg>
        <pc:picChg chg="mod">
          <ac:chgData name="rutujakate203@gmail.com" userId="9d31e2cfb3cfc3dc" providerId="LiveId" clId="{8EF1446F-06DC-4621-A486-369A3176176B}" dt="2025-10-04T07:50:05.294" v="350" actId="14861"/>
          <ac:picMkLst>
            <pc:docMk/>
            <pc:sldMk cId="2049188391" sldId="271"/>
            <ac:picMk id="7" creationId="{8992A9C6-FE5F-E431-0EC8-B1579C4950C1}"/>
          </ac:picMkLst>
        </pc:picChg>
        <pc:picChg chg="mod">
          <ac:chgData name="rutujakate203@gmail.com" userId="9d31e2cfb3cfc3dc" providerId="LiveId" clId="{8EF1446F-06DC-4621-A486-369A3176176B}" dt="2025-10-04T07:50:12.466" v="351" actId="14861"/>
          <ac:picMkLst>
            <pc:docMk/>
            <pc:sldMk cId="2049188391" sldId="271"/>
            <ac:picMk id="10" creationId="{28FF0095-304D-A3FB-B3C1-52E2D778F9B0}"/>
          </ac:picMkLst>
        </pc:picChg>
      </pc:sldChg>
      <pc:sldChg chg="modSp mod">
        <pc:chgData name="rutujakate203@gmail.com" userId="9d31e2cfb3cfc3dc" providerId="LiveId" clId="{8EF1446F-06DC-4621-A486-369A3176176B}" dt="2025-10-04T07:49:54.711" v="349" actId="1076"/>
        <pc:sldMkLst>
          <pc:docMk/>
          <pc:sldMk cId="3714701246" sldId="272"/>
        </pc:sldMkLst>
        <pc:spChg chg="mod">
          <ac:chgData name="rutujakate203@gmail.com" userId="9d31e2cfb3cfc3dc" providerId="LiveId" clId="{8EF1446F-06DC-4621-A486-369A3176176B}" dt="2025-10-04T07:49:54.711" v="349" actId="1076"/>
          <ac:spMkLst>
            <pc:docMk/>
            <pc:sldMk cId="3714701246" sldId="272"/>
            <ac:spMk id="4" creationId="{6405F5D6-5F42-7A41-825C-BAB7E50D28B1}"/>
          </ac:spMkLst>
        </pc:spChg>
        <pc:picChg chg="mod">
          <ac:chgData name="rutujakate203@gmail.com" userId="9d31e2cfb3cfc3dc" providerId="LiveId" clId="{8EF1446F-06DC-4621-A486-369A3176176B}" dt="2025-10-04T07:49:48.850" v="348" actId="1076"/>
          <ac:picMkLst>
            <pc:docMk/>
            <pc:sldMk cId="3714701246" sldId="272"/>
            <ac:picMk id="7" creationId="{8D2023D9-026E-C3EF-BE4A-BDABE560567C}"/>
          </ac:picMkLst>
        </pc:picChg>
        <pc:picChg chg="mod">
          <ac:chgData name="rutujakate203@gmail.com" userId="9d31e2cfb3cfc3dc" providerId="LiveId" clId="{8EF1446F-06DC-4621-A486-369A3176176B}" dt="2025-10-04T07:49:45.708" v="347" actId="14861"/>
          <ac:picMkLst>
            <pc:docMk/>
            <pc:sldMk cId="3714701246" sldId="272"/>
            <ac:picMk id="11" creationId="{1ECC0D46-2E72-C3FE-E7A7-BAFD925A0404}"/>
          </ac:picMkLst>
        </pc:picChg>
      </pc:sldChg>
      <pc:sldChg chg="modSp mod">
        <pc:chgData name="rutujakate203@gmail.com" userId="9d31e2cfb3cfc3dc" providerId="LiveId" clId="{8EF1446F-06DC-4621-A486-369A3176176B}" dt="2025-10-04T07:49:22.431" v="345" actId="1076"/>
        <pc:sldMkLst>
          <pc:docMk/>
          <pc:sldMk cId="3580209531" sldId="273"/>
        </pc:sldMkLst>
        <pc:picChg chg="mod">
          <ac:chgData name="rutujakate203@gmail.com" userId="9d31e2cfb3cfc3dc" providerId="LiveId" clId="{8EF1446F-06DC-4621-A486-369A3176176B}" dt="2025-10-04T07:49:22.431" v="345" actId="1076"/>
          <ac:picMkLst>
            <pc:docMk/>
            <pc:sldMk cId="3580209531" sldId="273"/>
            <ac:picMk id="7" creationId="{1A298491-9387-F4D6-530E-8AE86A36DF0A}"/>
          </ac:picMkLst>
        </pc:picChg>
        <pc:picChg chg="mod">
          <ac:chgData name="rutujakate203@gmail.com" userId="9d31e2cfb3cfc3dc" providerId="LiveId" clId="{8EF1446F-06DC-4621-A486-369A3176176B}" dt="2025-10-04T07:49:17.109" v="344" actId="14861"/>
          <ac:picMkLst>
            <pc:docMk/>
            <pc:sldMk cId="3580209531" sldId="273"/>
            <ac:picMk id="10" creationId="{FCE1B684-2590-1028-14C4-81BEAD82407E}"/>
          </ac:picMkLst>
        </pc:picChg>
      </pc:sldChg>
      <pc:sldChg chg="modSp mod">
        <pc:chgData name="rutujakate203@gmail.com" userId="9d31e2cfb3cfc3dc" providerId="LiveId" clId="{8EF1446F-06DC-4621-A486-369A3176176B}" dt="2025-10-04T07:49:00.207" v="342" actId="1076"/>
        <pc:sldMkLst>
          <pc:docMk/>
          <pc:sldMk cId="2070526640" sldId="274"/>
        </pc:sldMkLst>
        <pc:spChg chg="mod">
          <ac:chgData name="rutujakate203@gmail.com" userId="9d31e2cfb3cfc3dc" providerId="LiveId" clId="{8EF1446F-06DC-4621-A486-369A3176176B}" dt="2025-10-04T06:42:28.758" v="25" actId="1076"/>
          <ac:spMkLst>
            <pc:docMk/>
            <pc:sldMk cId="2070526640" sldId="274"/>
            <ac:spMk id="6" creationId="{F148E8E7-B655-39EA-C4A8-41710DB7BBE4}"/>
          </ac:spMkLst>
        </pc:spChg>
        <pc:picChg chg="mod">
          <ac:chgData name="rutujakate203@gmail.com" userId="9d31e2cfb3cfc3dc" providerId="LiveId" clId="{8EF1446F-06DC-4621-A486-369A3176176B}" dt="2025-10-04T07:48:46.953" v="340" actId="14861"/>
          <ac:picMkLst>
            <pc:docMk/>
            <pc:sldMk cId="2070526640" sldId="274"/>
            <ac:picMk id="9" creationId="{2054EB36-904C-D8CC-E319-05CE5F0EC1FC}"/>
          </ac:picMkLst>
        </pc:picChg>
        <pc:picChg chg="mod">
          <ac:chgData name="rutujakate203@gmail.com" userId="9d31e2cfb3cfc3dc" providerId="LiveId" clId="{8EF1446F-06DC-4621-A486-369A3176176B}" dt="2025-10-04T07:49:00.207" v="342" actId="1076"/>
          <ac:picMkLst>
            <pc:docMk/>
            <pc:sldMk cId="2070526640" sldId="274"/>
            <ac:picMk id="12" creationId="{428538D8-208D-1AA3-4CF3-814965917E33}"/>
          </ac:picMkLst>
        </pc:picChg>
      </pc:sldChg>
      <pc:sldChg chg="addSp delSp modSp mod">
        <pc:chgData name="rutujakate203@gmail.com" userId="9d31e2cfb3cfc3dc" providerId="LiveId" clId="{8EF1446F-06DC-4621-A486-369A3176176B}" dt="2025-10-04T07:48:39.140" v="339"/>
        <pc:sldMkLst>
          <pc:docMk/>
          <pc:sldMk cId="847116393" sldId="275"/>
        </pc:sldMkLst>
        <pc:spChg chg="add del mod">
          <ac:chgData name="rutujakate203@gmail.com" userId="9d31e2cfb3cfc3dc" providerId="LiveId" clId="{8EF1446F-06DC-4621-A486-369A3176176B}" dt="2025-10-04T07:47:14.979" v="328"/>
          <ac:spMkLst>
            <pc:docMk/>
            <pc:sldMk cId="847116393" sldId="275"/>
            <ac:spMk id="2" creationId="{6219FA84-73A8-CBC1-4CB0-9DD4715AD474}"/>
          </ac:spMkLst>
        </pc:spChg>
        <pc:spChg chg="mod">
          <ac:chgData name="rutujakate203@gmail.com" userId="9d31e2cfb3cfc3dc" providerId="LiveId" clId="{8EF1446F-06DC-4621-A486-369A3176176B}" dt="2025-10-04T06:43:35.547" v="35" actId="1076"/>
          <ac:spMkLst>
            <pc:docMk/>
            <pc:sldMk cId="847116393" sldId="275"/>
            <ac:spMk id="4" creationId="{68CCC58F-410A-202D-7AF1-26F4B5A2B507}"/>
          </ac:spMkLst>
        </pc:spChg>
        <pc:spChg chg="add del mod">
          <ac:chgData name="rutujakate203@gmail.com" userId="9d31e2cfb3cfc3dc" providerId="LiveId" clId="{8EF1446F-06DC-4621-A486-369A3176176B}" dt="2025-10-04T07:48:39.140" v="339"/>
          <ac:spMkLst>
            <pc:docMk/>
            <pc:sldMk cId="847116393" sldId="275"/>
            <ac:spMk id="8" creationId="{1066F1A1-0B33-0B67-B6BA-93C318173985}"/>
          </ac:spMkLst>
        </pc:spChg>
        <pc:picChg chg="add mod">
          <ac:chgData name="rutujakate203@gmail.com" userId="9d31e2cfb3cfc3dc" providerId="LiveId" clId="{8EF1446F-06DC-4621-A486-369A3176176B}" dt="2025-10-04T07:48:25.575" v="335" actId="14861"/>
          <ac:picMkLst>
            <pc:docMk/>
            <pc:sldMk cId="847116393" sldId="275"/>
            <ac:picMk id="6" creationId="{E0CB86BB-77FE-11CB-085D-7D23FA2D6FE7}"/>
          </ac:picMkLst>
        </pc:picChg>
        <pc:picChg chg="del mod">
          <ac:chgData name="rutujakate203@gmail.com" userId="9d31e2cfb3cfc3dc" providerId="LiveId" clId="{8EF1446F-06DC-4621-A486-369A3176176B}" dt="2025-10-04T07:46:22.675" v="318" actId="478"/>
          <ac:picMkLst>
            <pc:docMk/>
            <pc:sldMk cId="847116393" sldId="275"/>
            <ac:picMk id="7" creationId="{2A95A264-54D4-2F7D-86DB-37AF8559CDB7}"/>
          </ac:picMkLst>
        </pc:picChg>
        <pc:picChg chg="del mod">
          <ac:chgData name="rutujakate203@gmail.com" userId="9d31e2cfb3cfc3dc" providerId="LiveId" clId="{8EF1446F-06DC-4621-A486-369A3176176B}" dt="2025-10-04T07:47:14.979" v="326" actId="478"/>
          <ac:picMkLst>
            <pc:docMk/>
            <pc:sldMk cId="847116393" sldId="275"/>
            <ac:picMk id="10" creationId="{439E5D1C-95EE-469D-B591-07C4697DB10D}"/>
          </ac:picMkLst>
        </pc:picChg>
        <pc:picChg chg="add mod">
          <ac:chgData name="rutujakate203@gmail.com" userId="9d31e2cfb3cfc3dc" providerId="LiveId" clId="{8EF1446F-06DC-4621-A486-369A3176176B}" dt="2025-10-04T07:48:36.697" v="337" actId="1076"/>
          <ac:picMkLst>
            <pc:docMk/>
            <pc:sldMk cId="847116393" sldId="275"/>
            <ac:picMk id="11" creationId="{B7C647E7-5DAD-ABB4-97A9-21914F73B95A}"/>
          </ac:picMkLst>
        </pc:picChg>
      </pc:sldChg>
      <pc:sldChg chg="addSp delSp modSp mod">
        <pc:chgData name="rutujakate203@gmail.com" userId="9d31e2cfb3cfc3dc" providerId="LiveId" clId="{8EF1446F-06DC-4621-A486-369A3176176B}" dt="2025-10-04T07:53:24.955" v="368" actId="478"/>
        <pc:sldMkLst>
          <pc:docMk/>
          <pc:sldMk cId="940252692" sldId="276"/>
        </pc:sldMkLst>
        <pc:spChg chg="add mod">
          <ac:chgData name="rutujakate203@gmail.com" userId="9d31e2cfb3cfc3dc" providerId="LiveId" clId="{8EF1446F-06DC-4621-A486-369A3176176B}" dt="2025-10-03T21:45:42.019" v="22" actId="2711"/>
          <ac:spMkLst>
            <pc:docMk/>
            <pc:sldMk cId="940252692" sldId="276"/>
            <ac:spMk id="2" creationId="{59C6901A-FCF0-136C-2AEE-2EB7E719E07E}"/>
          </ac:spMkLst>
        </pc:spChg>
        <pc:picChg chg="add del mod">
          <ac:chgData name="rutujakate203@gmail.com" userId="9d31e2cfb3cfc3dc" providerId="LiveId" clId="{8EF1446F-06DC-4621-A486-369A3176176B}" dt="2025-10-04T07:53:24.955" v="368" actId="478"/>
          <ac:picMkLst>
            <pc:docMk/>
            <pc:sldMk cId="940252692" sldId="276"/>
            <ac:picMk id="4" creationId="{F3D5A044-0607-B6D7-DF1C-688D4A21EFB6}"/>
          </ac:picMkLst>
        </pc:picChg>
      </pc:sldChg>
      <pc:sldChg chg="addSp delSp modSp new mod">
        <pc:chgData name="rutujakate203@gmail.com" userId="9d31e2cfb3cfc3dc" providerId="LiveId" clId="{8EF1446F-06DC-4621-A486-369A3176176B}" dt="2025-10-04T07:29:13.538" v="210" actId="207"/>
        <pc:sldMkLst>
          <pc:docMk/>
          <pc:sldMk cId="3071128569" sldId="277"/>
        </pc:sldMkLst>
        <pc:spChg chg="add mod">
          <ac:chgData name="rutujakate203@gmail.com" userId="9d31e2cfb3cfc3dc" providerId="LiveId" clId="{8EF1446F-06DC-4621-A486-369A3176176B}" dt="2025-10-04T07:29:13.538" v="210" actId="207"/>
          <ac:spMkLst>
            <pc:docMk/>
            <pc:sldMk cId="3071128569" sldId="277"/>
            <ac:spMk id="6" creationId="{3F60A6B6-4C4D-F07F-9893-2E187BA85F4D}"/>
          </ac:spMkLst>
        </pc:spChg>
        <pc:spChg chg="add del mod">
          <ac:chgData name="rutujakate203@gmail.com" userId="9d31e2cfb3cfc3dc" providerId="LiveId" clId="{8EF1446F-06DC-4621-A486-369A3176176B}" dt="2025-10-04T07:16:43.624" v="65"/>
          <ac:spMkLst>
            <pc:docMk/>
            <pc:sldMk cId="3071128569" sldId="277"/>
            <ac:spMk id="7" creationId="{B97D8F91-3A25-6E1A-FA87-20A4F2BB1C1D}"/>
          </ac:spMkLst>
        </pc:spChg>
        <pc:spChg chg="add del mod">
          <ac:chgData name="rutujakate203@gmail.com" userId="9d31e2cfb3cfc3dc" providerId="LiveId" clId="{8EF1446F-06DC-4621-A486-369A3176176B}" dt="2025-10-04T07:19:21.174" v="94"/>
          <ac:spMkLst>
            <pc:docMk/>
            <pc:sldMk cId="3071128569" sldId="277"/>
            <ac:spMk id="10" creationId="{E86A6D6A-949B-F392-750E-7044F43613D8}"/>
          </ac:spMkLst>
        </pc:spChg>
        <pc:picChg chg="add del mod">
          <ac:chgData name="rutujakate203@gmail.com" userId="9d31e2cfb3cfc3dc" providerId="LiveId" clId="{8EF1446F-06DC-4621-A486-369A3176176B}" dt="2025-10-04T07:14:49.756" v="48" actId="478"/>
          <ac:picMkLst>
            <pc:docMk/>
            <pc:sldMk cId="3071128569" sldId="277"/>
            <ac:picMk id="3" creationId="{B0DCD663-7EB2-873C-7004-C5ED764CE70A}"/>
          </ac:picMkLst>
        </pc:picChg>
        <pc:picChg chg="add mod">
          <ac:chgData name="rutujakate203@gmail.com" userId="9d31e2cfb3cfc3dc" providerId="LiveId" clId="{8EF1446F-06DC-4621-A486-369A3176176B}" dt="2025-10-04T07:15:30.017" v="57" actId="962"/>
          <ac:picMkLst>
            <pc:docMk/>
            <pc:sldMk cId="3071128569" sldId="277"/>
            <ac:picMk id="5" creationId="{D1E8EB7C-086F-4F03-08B6-091A43FB45B9}"/>
          </ac:picMkLst>
        </pc:picChg>
        <pc:picChg chg="add mod">
          <ac:chgData name="rutujakate203@gmail.com" userId="9d31e2cfb3cfc3dc" providerId="LiveId" clId="{8EF1446F-06DC-4621-A486-369A3176176B}" dt="2025-10-04T07:21:06.486" v="102" actId="14100"/>
          <ac:picMkLst>
            <pc:docMk/>
            <pc:sldMk cId="3071128569" sldId="277"/>
            <ac:picMk id="9" creationId="{A39872BC-F3F7-BFB5-8051-DFA18D047494}"/>
          </ac:picMkLst>
        </pc:picChg>
        <pc:picChg chg="add mod">
          <ac:chgData name="rutujakate203@gmail.com" userId="9d31e2cfb3cfc3dc" providerId="LiveId" clId="{8EF1446F-06DC-4621-A486-369A3176176B}" dt="2025-10-04T07:21:00.879" v="101" actId="14100"/>
          <ac:picMkLst>
            <pc:docMk/>
            <pc:sldMk cId="3071128569" sldId="277"/>
            <ac:picMk id="12" creationId="{3E15C1AF-44C5-2C20-01EE-49A08D708618}"/>
          </ac:picMkLst>
        </pc:picChg>
      </pc:sldChg>
      <pc:sldChg chg="addSp delSp modSp new mod">
        <pc:chgData name="rutujakate203@gmail.com" userId="9d31e2cfb3cfc3dc" providerId="LiveId" clId="{8EF1446F-06DC-4621-A486-369A3176176B}" dt="2025-10-04T07:28:43.392" v="196" actId="207"/>
        <pc:sldMkLst>
          <pc:docMk/>
          <pc:sldMk cId="2896648452" sldId="278"/>
        </pc:sldMkLst>
        <pc:spChg chg="add del mod">
          <ac:chgData name="rutujakate203@gmail.com" userId="9d31e2cfb3cfc3dc" providerId="LiveId" clId="{8EF1446F-06DC-4621-A486-369A3176176B}" dt="2025-10-04T07:23:57.264" v="126"/>
          <ac:spMkLst>
            <pc:docMk/>
            <pc:sldMk cId="2896648452" sldId="278"/>
            <ac:spMk id="4" creationId="{45D209F1-F286-E1F3-B826-34A6502B29EB}"/>
          </ac:spMkLst>
        </pc:spChg>
        <pc:spChg chg="add del mod">
          <ac:chgData name="rutujakate203@gmail.com" userId="9d31e2cfb3cfc3dc" providerId="LiveId" clId="{8EF1446F-06DC-4621-A486-369A3176176B}" dt="2025-10-04T07:23:57.264" v="128"/>
          <ac:spMkLst>
            <pc:docMk/>
            <pc:sldMk cId="2896648452" sldId="278"/>
            <ac:spMk id="7" creationId="{EA83B5FD-CE91-FCEA-76C0-B954B201064A}"/>
          </ac:spMkLst>
        </pc:spChg>
        <pc:spChg chg="add mod">
          <ac:chgData name="rutujakate203@gmail.com" userId="9d31e2cfb3cfc3dc" providerId="LiveId" clId="{8EF1446F-06DC-4621-A486-369A3176176B}" dt="2025-10-04T07:28:43.392" v="196" actId="207"/>
          <ac:spMkLst>
            <pc:docMk/>
            <pc:sldMk cId="2896648452" sldId="278"/>
            <ac:spMk id="10" creationId="{B882711E-69DD-9651-B95A-304D7EE7D5DA}"/>
          </ac:spMkLst>
        </pc:spChg>
        <pc:picChg chg="add mod">
          <ac:chgData name="rutujakate203@gmail.com" userId="9d31e2cfb3cfc3dc" providerId="LiveId" clId="{8EF1446F-06DC-4621-A486-369A3176176B}" dt="2025-10-04T07:22:25.163" v="116" actId="962"/>
          <ac:picMkLst>
            <pc:docMk/>
            <pc:sldMk cId="2896648452" sldId="278"/>
            <ac:picMk id="3" creationId="{92E79BA6-6BB2-89AA-6970-6530F55D079C}"/>
          </ac:picMkLst>
        </pc:picChg>
        <pc:picChg chg="add mod">
          <ac:chgData name="rutujakate203@gmail.com" userId="9d31e2cfb3cfc3dc" providerId="LiveId" clId="{8EF1446F-06DC-4621-A486-369A3176176B}" dt="2025-10-04T07:23:51.607" v="124" actId="1440"/>
          <ac:picMkLst>
            <pc:docMk/>
            <pc:sldMk cId="2896648452" sldId="278"/>
            <ac:picMk id="6" creationId="{BC14444A-922C-3B46-26B9-90FEADDE3C41}"/>
          </ac:picMkLst>
        </pc:picChg>
        <pc:picChg chg="add mod">
          <ac:chgData name="rutujakate203@gmail.com" userId="9d31e2cfb3cfc3dc" providerId="LiveId" clId="{8EF1446F-06DC-4621-A486-369A3176176B}" dt="2025-10-04T07:23:48.207" v="123" actId="1440"/>
          <ac:picMkLst>
            <pc:docMk/>
            <pc:sldMk cId="2896648452" sldId="278"/>
            <ac:picMk id="9" creationId="{3F2ECACD-B3C2-0262-A46E-5BB7D186BA67}"/>
          </ac:picMkLst>
        </pc:picChg>
      </pc:sldChg>
      <pc:sldChg chg="addSp delSp modSp new mod">
        <pc:chgData name="rutujakate203@gmail.com" userId="9d31e2cfb3cfc3dc" providerId="LiveId" clId="{8EF1446F-06DC-4621-A486-369A3176176B}" dt="2025-10-04T07:31:08.865" v="291" actId="1440"/>
        <pc:sldMkLst>
          <pc:docMk/>
          <pc:sldMk cId="2081629120" sldId="279"/>
        </pc:sldMkLst>
        <pc:spChg chg="add del mod">
          <ac:chgData name="rutujakate203@gmail.com" userId="9d31e2cfb3cfc3dc" providerId="LiveId" clId="{8EF1446F-06DC-4621-A486-369A3176176B}" dt="2025-10-04T07:25:30.957" v="145"/>
          <ac:spMkLst>
            <pc:docMk/>
            <pc:sldMk cId="2081629120" sldId="279"/>
            <ac:spMk id="4" creationId="{FC9F3E5C-2051-9999-BF58-3A0C50E775E6}"/>
          </ac:spMkLst>
        </pc:spChg>
        <pc:spChg chg="add del mod">
          <ac:chgData name="rutujakate203@gmail.com" userId="9d31e2cfb3cfc3dc" providerId="LiveId" clId="{8EF1446F-06DC-4621-A486-369A3176176B}" dt="2025-10-04T07:25:30.957" v="147"/>
          <ac:spMkLst>
            <pc:docMk/>
            <pc:sldMk cId="2081629120" sldId="279"/>
            <ac:spMk id="7" creationId="{878A6809-3F24-FD87-AC57-5BF69010EF0C}"/>
          </ac:spMkLst>
        </pc:spChg>
        <pc:spChg chg="add mod">
          <ac:chgData name="rutujakate203@gmail.com" userId="9d31e2cfb3cfc3dc" providerId="LiveId" clId="{8EF1446F-06DC-4621-A486-369A3176176B}" dt="2025-10-04T07:29:35.836" v="230" actId="20577"/>
          <ac:spMkLst>
            <pc:docMk/>
            <pc:sldMk cId="2081629120" sldId="279"/>
            <ac:spMk id="10" creationId="{31603779-A62A-4D84-1EA0-70409C3A2EC6}"/>
          </ac:spMkLst>
        </pc:spChg>
        <pc:picChg chg="add mod">
          <ac:chgData name="rutujakate203@gmail.com" userId="9d31e2cfb3cfc3dc" providerId="LiveId" clId="{8EF1446F-06DC-4621-A486-369A3176176B}" dt="2025-10-04T07:24:22.071" v="136" actId="14100"/>
          <ac:picMkLst>
            <pc:docMk/>
            <pc:sldMk cId="2081629120" sldId="279"/>
            <ac:picMk id="3" creationId="{505DEB34-97F7-D598-25FF-1CBAF438A2BC}"/>
          </ac:picMkLst>
        </pc:picChg>
        <pc:picChg chg="add mod">
          <ac:chgData name="rutujakate203@gmail.com" userId="9d31e2cfb3cfc3dc" providerId="LiveId" clId="{8EF1446F-06DC-4621-A486-369A3176176B}" dt="2025-10-04T07:31:06.266" v="290" actId="1440"/>
          <ac:picMkLst>
            <pc:docMk/>
            <pc:sldMk cId="2081629120" sldId="279"/>
            <ac:picMk id="6" creationId="{B63457F2-2988-A8A0-3E2D-A40ABAFDFBD3}"/>
          </ac:picMkLst>
        </pc:picChg>
        <pc:picChg chg="add mod">
          <ac:chgData name="rutujakate203@gmail.com" userId="9d31e2cfb3cfc3dc" providerId="LiveId" clId="{8EF1446F-06DC-4621-A486-369A3176176B}" dt="2025-10-04T07:31:08.865" v="291" actId="1440"/>
          <ac:picMkLst>
            <pc:docMk/>
            <pc:sldMk cId="2081629120" sldId="279"/>
            <ac:picMk id="9" creationId="{E9A78CFC-CB40-C25F-F5E3-0575CA3CAA08}"/>
          </ac:picMkLst>
        </pc:picChg>
      </pc:sldChg>
      <pc:sldChg chg="addSp delSp modSp new mod">
        <pc:chgData name="rutujakate203@gmail.com" userId="9d31e2cfb3cfc3dc" providerId="LiveId" clId="{8EF1446F-06DC-4621-A486-369A3176176B}" dt="2025-10-04T07:29:58.492" v="252" actId="20577"/>
        <pc:sldMkLst>
          <pc:docMk/>
          <pc:sldMk cId="1666073044" sldId="280"/>
        </pc:sldMkLst>
        <pc:spChg chg="add del mod">
          <ac:chgData name="rutujakate203@gmail.com" userId="9d31e2cfb3cfc3dc" providerId="LiveId" clId="{8EF1446F-06DC-4621-A486-369A3176176B}" dt="2025-10-04T07:27:39.645" v="173"/>
          <ac:spMkLst>
            <pc:docMk/>
            <pc:sldMk cId="1666073044" sldId="280"/>
            <ac:spMk id="4" creationId="{7095DF3C-9BCE-F6E1-2E47-AEFC7BEBE563}"/>
          </ac:spMkLst>
        </pc:spChg>
        <pc:spChg chg="add del mod">
          <ac:chgData name="rutujakate203@gmail.com" userId="9d31e2cfb3cfc3dc" providerId="LiveId" clId="{8EF1446F-06DC-4621-A486-369A3176176B}" dt="2025-10-04T07:27:39.645" v="175"/>
          <ac:spMkLst>
            <pc:docMk/>
            <pc:sldMk cId="1666073044" sldId="280"/>
            <ac:spMk id="7" creationId="{8E12596C-976A-4A6F-7554-86BF1C1AA6DD}"/>
          </ac:spMkLst>
        </pc:spChg>
        <pc:spChg chg="add mod">
          <ac:chgData name="rutujakate203@gmail.com" userId="9d31e2cfb3cfc3dc" providerId="LiveId" clId="{8EF1446F-06DC-4621-A486-369A3176176B}" dt="2025-10-04T07:29:58.492" v="252" actId="20577"/>
          <ac:spMkLst>
            <pc:docMk/>
            <pc:sldMk cId="1666073044" sldId="280"/>
            <ac:spMk id="10" creationId="{48022803-1118-B41D-E79A-4FFD73F3504E}"/>
          </ac:spMkLst>
        </pc:spChg>
        <pc:picChg chg="add mod">
          <ac:chgData name="rutujakate203@gmail.com" userId="9d31e2cfb3cfc3dc" providerId="LiveId" clId="{8EF1446F-06DC-4621-A486-369A3176176B}" dt="2025-10-04T07:27:26.903" v="168" actId="14100"/>
          <ac:picMkLst>
            <pc:docMk/>
            <pc:sldMk cId="1666073044" sldId="280"/>
            <ac:picMk id="3" creationId="{EBF0DD26-F230-8A9B-9C69-2C861AD66F55}"/>
          </ac:picMkLst>
        </pc:picChg>
        <pc:picChg chg="add mod">
          <ac:chgData name="rutujakate203@gmail.com" userId="9d31e2cfb3cfc3dc" providerId="LiveId" clId="{8EF1446F-06DC-4621-A486-369A3176176B}" dt="2025-10-04T07:27:36.785" v="171" actId="1076"/>
          <ac:picMkLst>
            <pc:docMk/>
            <pc:sldMk cId="1666073044" sldId="280"/>
            <ac:picMk id="6" creationId="{59969001-4AF3-C633-DADF-94800DE9B165}"/>
          </ac:picMkLst>
        </pc:picChg>
        <pc:picChg chg="add mod">
          <ac:chgData name="rutujakate203@gmail.com" userId="9d31e2cfb3cfc3dc" providerId="LiveId" clId="{8EF1446F-06DC-4621-A486-369A3176176B}" dt="2025-10-04T07:27:18.377" v="165" actId="1440"/>
          <ac:picMkLst>
            <pc:docMk/>
            <pc:sldMk cId="1666073044" sldId="280"/>
            <ac:picMk id="9" creationId="{6899D4DC-4459-E233-AF61-DE8D2F79EC3F}"/>
          </ac:picMkLst>
        </pc:picChg>
      </pc:sldChg>
      <pc:sldChg chg="addSp delSp modSp new mod">
        <pc:chgData name="rutujakate203@gmail.com" userId="9d31e2cfb3cfc3dc" providerId="LiveId" clId="{8EF1446F-06DC-4621-A486-369A3176176B}" dt="2025-10-04T07:51:03.117" v="358" actId="14100"/>
        <pc:sldMkLst>
          <pc:docMk/>
          <pc:sldMk cId="2913863505" sldId="281"/>
        </pc:sldMkLst>
        <pc:spChg chg="add del mod">
          <ac:chgData name="rutujakate203@gmail.com" userId="9d31e2cfb3cfc3dc" providerId="LiveId" clId="{8EF1446F-06DC-4621-A486-369A3176176B}" dt="2025-10-04T07:39:43.962" v="315"/>
          <ac:spMkLst>
            <pc:docMk/>
            <pc:sldMk cId="2913863505" sldId="281"/>
            <ac:spMk id="4" creationId="{6B345023-D293-6E99-0297-1CB0B3E72D47}"/>
          </ac:spMkLst>
        </pc:spChg>
        <pc:spChg chg="add del mod">
          <ac:chgData name="rutujakate203@gmail.com" userId="9d31e2cfb3cfc3dc" providerId="LiveId" clId="{8EF1446F-06DC-4621-A486-369A3176176B}" dt="2025-10-04T07:39:43.962" v="317"/>
          <ac:spMkLst>
            <pc:docMk/>
            <pc:sldMk cId="2913863505" sldId="281"/>
            <ac:spMk id="7" creationId="{7983D511-50D4-62B4-8AE9-F419F4A0690D}"/>
          </ac:spMkLst>
        </pc:spChg>
        <pc:spChg chg="add mod">
          <ac:chgData name="rutujakate203@gmail.com" userId="9d31e2cfb3cfc3dc" providerId="LiveId" clId="{8EF1446F-06DC-4621-A486-369A3176176B}" dt="2025-10-04T07:39:18.815" v="308"/>
          <ac:spMkLst>
            <pc:docMk/>
            <pc:sldMk cId="2913863505" sldId="281"/>
            <ac:spMk id="10" creationId="{811E10DD-8DE5-9790-AC4F-85225E6F3D3C}"/>
          </ac:spMkLst>
        </pc:spChg>
        <pc:picChg chg="add mod">
          <ac:chgData name="rutujakate203@gmail.com" userId="9d31e2cfb3cfc3dc" providerId="LiveId" clId="{8EF1446F-06DC-4621-A486-369A3176176B}" dt="2025-10-04T07:37:56.905" v="299" actId="962"/>
          <ac:picMkLst>
            <pc:docMk/>
            <pc:sldMk cId="2913863505" sldId="281"/>
            <ac:picMk id="3" creationId="{F57B7000-3004-917C-5FCB-317E9E074E6F}"/>
          </ac:picMkLst>
        </pc:picChg>
        <pc:picChg chg="add mod">
          <ac:chgData name="rutujakate203@gmail.com" userId="9d31e2cfb3cfc3dc" providerId="LiveId" clId="{8EF1446F-06DC-4621-A486-369A3176176B}" dt="2025-10-04T07:51:03.117" v="358" actId="14100"/>
          <ac:picMkLst>
            <pc:docMk/>
            <pc:sldMk cId="2913863505" sldId="281"/>
            <ac:picMk id="6" creationId="{97B63AD5-7A12-7500-72E0-417E5C12B156}"/>
          </ac:picMkLst>
        </pc:picChg>
        <pc:picChg chg="add mod">
          <ac:chgData name="rutujakate203@gmail.com" userId="9d31e2cfb3cfc3dc" providerId="LiveId" clId="{8EF1446F-06DC-4621-A486-369A3176176B}" dt="2025-10-04T07:50:54.631" v="355" actId="14861"/>
          <ac:picMkLst>
            <pc:docMk/>
            <pc:sldMk cId="2913863505" sldId="281"/>
            <ac:picMk id="9" creationId="{9D961E37-51F3-3F95-2C35-EFC5906764D9}"/>
          </ac:picMkLst>
        </pc:picChg>
      </pc:sldChg>
      <pc:sldChg chg="addSp delSp modSp new mod">
        <pc:chgData name="rutujakate203@gmail.com" userId="9d31e2cfb3cfc3dc" providerId="LiveId" clId="{8EF1446F-06DC-4621-A486-369A3176176B}" dt="2025-10-04T08:00:56.207" v="435" actId="207"/>
        <pc:sldMkLst>
          <pc:docMk/>
          <pc:sldMk cId="1157025626" sldId="282"/>
        </pc:sldMkLst>
        <pc:spChg chg="add del mod">
          <ac:chgData name="rutujakate203@gmail.com" userId="9d31e2cfb3cfc3dc" providerId="LiveId" clId="{8EF1446F-06DC-4621-A486-369A3176176B}" dt="2025-10-04T07:56:39.811" v="389" actId="478"/>
          <ac:spMkLst>
            <pc:docMk/>
            <pc:sldMk cId="1157025626" sldId="282"/>
            <ac:spMk id="8" creationId="{71A3D2CB-A974-D1F4-F29B-2DDC737388E7}"/>
          </ac:spMkLst>
        </pc:spChg>
        <pc:spChg chg="add mod">
          <ac:chgData name="rutujakate203@gmail.com" userId="9d31e2cfb3cfc3dc" providerId="LiveId" clId="{8EF1446F-06DC-4621-A486-369A3176176B}" dt="2025-10-04T08:00:56.207" v="435" actId="207"/>
          <ac:spMkLst>
            <pc:docMk/>
            <pc:sldMk cId="1157025626" sldId="282"/>
            <ac:spMk id="9" creationId="{E0032843-AE16-52A5-BC58-2B7516CB09F2}"/>
          </ac:spMkLst>
        </pc:spChg>
        <pc:spChg chg="add mod">
          <ac:chgData name="rutujakate203@gmail.com" userId="9d31e2cfb3cfc3dc" providerId="LiveId" clId="{8EF1446F-06DC-4621-A486-369A3176176B}" dt="2025-10-04T08:00:48.749" v="434" actId="207"/>
          <ac:spMkLst>
            <pc:docMk/>
            <pc:sldMk cId="1157025626" sldId="282"/>
            <ac:spMk id="10" creationId="{892F4CAE-EE52-CA2B-43F1-49EA5268D542}"/>
          </ac:spMkLst>
        </pc:spChg>
        <pc:picChg chg="add del mod">
          <ac:chgData name="rutujakate203@gmail.com" userId="9d31e2cfb3cfc3dc" providerId="LiveId" clId="{8EF1446F-06DC-4621-A486-369A3176176B}" dt="2025-10-04T07:55:31.316" v="373" actId="478"/>
          <ac:picMkLst>
            <pc:docMk/>
            <pc:sldMk cId="1157025626" sldId="282"/>
            <ac:picMk id="3" creationId="{6DDB9CEC-044C-F633-89C5-1280AB219975}"/>
          </ac:picMkLst>
        </pc:picChg>
        <pc:picChg chg="add del mod">
          <ac:chgData name="rutujakate203@gmail.com" userId="9d31e2cfb3cfc3dc" providerId="LiveId" clId="{8EF1446F-06DC-4621-A486-369A3176176B}" dt="2025-10-04T07:55:40.741" v="377" actId="478"/>
          <ac:picMkLst>
            <pc:docMk/>
            <pc:sldMk cId="1157025626" sldId="282"/>
            <ac:picMk id="5" creationId="{4AB05AB9-1809-5808-2310-4046D0025E7A}"/>
          </ac:picMkLst>
        </pc:picChg>
        <pc:picChg chg="add mod">
          <ac:chgData name="rutujakate203@gmail.com" userId="9d31e2cfb3cfc3dc" providerId="LiveId" clId="{8EF1446F-06DC-4621-A486-369A3176176B}" dt="2025-10-04T07:56:08.211" v="386" actId="962"/>
          <ac:picMkLst>
            <pc:docMk/>
            <pc:sldMk cId="1157025626" sldId="282"/>
            <ac:picMk id="7" creationId="{CB5B096E-2EF3-769B-F04C-61519301C698}"/>
          </ac:picMkLst>
        </pc:pic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7A7709-E65F-9276-C33A-0B86DC7E621A}"/>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D88711FC-B5E3-B27A-B8DA-F3375D1CF37B}"/>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D19EDF44-D238-1CEC-DC84-A8865BC5DC17}"/>
              </a:ext>
            </a:extLst>
          </p:cNvPr>
          <p:cNvSpPr>
            <a:spLocks noGrp="1"/>
          </p:cNvSpPr>
          <p:nvPr>
            <p:ph type="dt" sz="half" idx="10"/>
          </p:nvPr>
        </p:nvSpPr>
        <p:spPr/>
        <p:txBody>
          <a:bodyPr/>
          <a:lstStyle/>
          <a:p>
            <a:fld id="{F5A14B3E-E46A-4FB0-86E5-538B1ED3E84F}" type="datetimeFigureOut">
              <a:rPr lang="en-IN" smtClean="0"/>
              <a:t>04-10-2025</a:t>
            </a:fld>
            <a:endParaRPr lang="en-IN"/>
          </a:p>
        </p:txBody>
      </p:sp>
      <p:sp>
        <p:nvSpPr>
          <p:cNvPr id="5" name="Footer Placeholder 4">
            <a:extLst>
              <a:ext uri="{FF2B5EF4-FFF2-40B4-BE49-F238E27FC236}">
                <a16:creationId xmlns:a16="http://schemas.microsoft.com/office/drawing/2014/main" id="{9EDDA27E-0D4A-76B7-23FA-DF1584660334}"/>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8C7FAC97-4231-CF47-D2D0-FE42CC676751}"/>
              </a:ext>
            </a:extLst>
          </p:cNvPr>
          <p:cNvSpPr>
            <a:spLocks noGrp="1"/>
          </p:cNvSpPr>
          <p:nvPr>
            <p:ph type="sldNum" sz="quarter" idx="12"/>
          </p:nvPr>
        </p:nvSpPr>
        <p:spPr/>
        <p:txBody>
          <a:bodyPr/>
          <a:lstStyle/>
          <a:p>
            <a:fld id="{AE4A0807-0800-4219-9852-370E169B2017}" type="slidenum">
              <a:rPr lang="en-IN" smtClean="0"/>
              <a:t>‹#›</a:t>
            </a:fld>
            <a:endParaRPr lang="en-IN"/>
          </a:p>
        </p:txBody>
      </p:sp>
    </p:spTree>
    <p:extLst>
      <p:ext uri="{BB962C8B-B14F-4D97-AF65-F5344CB8AC3E}">
        <p14:creationId xmlns:p14="http://schemas.microsoft.com/office/powerpoint/2010/main" val="88733608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C42BC8-4DEF-B329-D08C-11FED305F024}"/>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B8E67266-82C6-D7C4-672F-9A8580435742}"/>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1738B424-A97E-4A5D-4DDF-5D705B14DA94}"/>
              </a:ext>
            </a:extLst>
          </p:cNvPr>
          <p:cNvSpPr>
            <a:spLocks noGrp="1"/>
          </p:cNvSpPr>
          <p:nvPr>
            <p:ph type="dt" sz="half" idx="10"/>
          </p:nvPr>
        </p:nvSpPr>
        <p:spPr/>
        <p:txBody>
          <a:bodyPr/>
          <a:lstStyle/>
          <a:p>
            <a:fld id="{F5A14B3E-E46A-4FB0-86E5-538B1ED3E84F}" type="datetimeFigureOut">
              <a:rPr lang="en-IN" smtClean="0"/>
              <a:t>04-10-2025</a:t>
            </a:fld>
            <a:endParaRPr lang="en-IN"/>
          </a:p>
        </p:txBody>
      </p:sp>
      <p:sp>
        <p:nvSpPr>
          <p:cNvPr id="5" name="Footer Placeholder 4">
            <a:extLst>
              <a:ext uri="{FF2B5EF4-FFF2-40B4-BE49-F238E27FC236}">
                <a16:creationId xmlns:a16="http://schemas.microsoft.com/office/drawing/2014/main" id="{07FADD3E-2147-74DA-5555-8745B36DBD25}"/>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FD22AB79-CD6A-9244-39B1-D14978E5018C}"/>
              </a:ext>
            </a:extLst>
          </p:cNvPr>
          <p:cNvSpPr>
            <a:spLocks noGrp="1"/>
          </p:cNvSpPr>
          <p:nvPr>
            <p:ph type="sldNum" sz="quarter" idx="12"/>
          </p:nvPr>
        </p:nvSpPr>
        <p:spPr/>
        <p:txBody>
          <a:bodyPr/>
          <a:lstStyle/>
          <a:p>
            <a:fld id="{AE4A0807-0800-4219-9852-370E169B2017}" type="slidenum">
              <a:rPr lang="en-IN" smtClean="0"/>
              <a:t>‹#›</a:t>
            </a:fld>
            <a:endParaRPr lang="en-IN"/>
          </a:p>
        </p:txBody>
      </p:sp>
    </p:spTree>
    <p:extLst>
      <p:ext uri="{BB962C8B-B14F-4D97-AF65-F5344CB8AC3E}">
        <p14:creationId xmlns:p14="http://schemas.microsoft.com/office/powerpoint/2010/main" val="212026804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34D363-3959-47C9-095D-CE2CB4C8A7EB}"/>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B06E0044-842A-1F07-A6DE-A26ED297EEBC}"/>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CCA6A4CB-10A3-8BE2-EEE9-482453388025}"/>
              </a:ext>
            </a:extLst>
          </p:cNvPr>
          <p:cNvSpPr>
            <a:spLocks noGrp="1"/>
          </p:cNvSpPr>
          <p:nvPr>
            <p:ph type="dt" sz="half" idx="10"/>
          </p:nvPr>
        </p:nvSpPr>
        <p:spPr/>
        <p:txBody>
          <a:bodyPr/>
          <a:lstStyle/>
          <a:p>
            <a:fld id="{F5A14B3E-E46A-4FB0-86E5-538B1ED3E84F}" type="datetimeFigureOut">
              <a:rPr lang="en-IN" smtClean="0"/>
              <a:t>04-10-2025</a:t>
            </a:fld>
            <a:endParaRPr lang="en-IN"/>
          </a:p>
        </p:txBody>
      </p:sp>
      <p:sp>
        <p:nvSpPr>
          <p:cNvPr id="5" name="Footer Placeholder 4">
            <a:extLst>
              <a:ext uri="{FF2B5EF4-FFF2-40B4-BE49-F238E27FC236}">
                <a16:creationId xmlns:a16="http://schemas.microsoft.com/office/drawing/2014/main" id="{F0454D25-1FBB-0CCE-F4A5-6804633F1B06}"/>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E36436C3-1198-6375-E8E3-83A68D56E1E7}"/>
              </a:ext>
            </a:extLst>
          </p:cNvPr>
          <p:cNvSpPr>
            <a:spLocks noGrp="1"/>
          </p:cNvSpPr>
          <p:nvPr>
            <p:ph type="sldNum" sz="quarter" idx="12"/>
          </p:nvPr>
        </p:nvSpPr>
        <p:spPr/>
        <p:txBody>
          <a:bodyPr/>
          <a:lstStyle/>
          <a:p>
            <a:fld id="{AE4A0807-0800-4219-9852-370E169B2017}" type="slidenum">
              <a:rPr lang="en-IN" smtClean="0"/>
              <a:t>‹#›</a:t>
            </a:fld>
            <a:endParaRPr lang="en-IN"/>
          </a:p>
        </p:txBody>
      </p:sp>
    </p:spTree>
    <p:extLst>
      <p:ext uri="{BB962C8B-B14F-4D97-AF65-F5344CB8AC3E}">
        <p14:creationId xmlns:p14="http://schemas.microsoft.com/office/powerpoint/2010/main" val="426824940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DDEE85-6E83-9997-C6EC-3B0C0FF2641C}"/>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92F47768-B735-2406-0270-3B520AF8CBED}"/>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814F75EC-C20E-6895-8F44-9C688DD87058}"/>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83CE2A1B-C96D-508F-8223-FE680DFA4504}"/>
              </a:ext>
            </a:extLst>
          </p:cNvPr>
          <p:cNvSpPr>
            <a:spLocks noGrp="1"/>
          </p:cNvSpPr>
          <p:nvPr>
            <p:ph type="dt" sz="half" idx="10"/>
          </p:nvPr>
        </p:nvSpPr>
        <p:spPr/>
        <p:txBody>
          <a:bodyPr/>
          <a:lstStyle/>
          <a:p>
            <a:fld id="{F5A14B3E-E46A-4FB0-86E5-538B1ED3E84F}" type="datetimeFigureOut">
              <a:rPr lang="en-IN" smtClean="0"/>
              <a:t>04-10-2025</a:t>
            </a:fld>
            <a:endParaRPr lang="en-IN"/>
          </a:p>
        </p:txBody>
      </p:sp>
      <p:sp>
        <p:nvSpPr>
          <p:cNvPr id="6" name="Footer Placeholder 5">
            <a:extLst>
              <a:ext uri="{FF2B5EF4-FFF2-40B4-BE49-F238E27FC236}">
                <a16:creationId xmlns:a16="http://schemas.microsoft.com/office/drawing/2014/main" id="{4DCE6282-42B0-5917-5EAB-48B6560D1CAE}"/>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78A8A171-B1D9-5B1D-7DC0-37E3802B8D49}"/>
              </a:ext>
            </a:extLst>
          </p:cNvPr>
          <p:cNvSpPr>
            <a:spLocks noGrp="1"/>
          </p:cNvSpPr>
          <p:nvPr>
            <p:ph type="sldNum" sz="quarter" idx="12"/>
          </p:nvPr>
        </p:nvSpPr>
        <p:spPr/>
        <p:txBody>
          <a:bodyPr/>
          <a:lstStyle/>
          <a:p>
            <a:fld id="{AE4A0807-0800-4219-9852-370E169B2017}" type="slidenum">
              <a:rPr lang="en-IN" smtClean="0"/>
              <a:t>‹#›</a:t>
            </a:fld>
            <a:endParaRPr lang="en-IN"/>
          </a:p>
        </p:txBody>
      </p:sp>
    </p:spTree>
    <p:extLst>
      <p:ext uri="{BB962C8B-B14F-4D97-AF65-F5344CB8AC3E}">
        <p14:creationId xmlns:p14="http://schemas.microsoft.com/office/powerpoint/2010/main" val="368877336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19DFF1-820E-0DFC-EE93-31C91C0A259F}"/>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0900B17F-1E57-04B3-79B0-354BBD5AD1DA}"/>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51840478-78CF-5C53-57D3-4F3D1FB3694E}"/>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498F705B-4CAC-EB74-D832-A35CB3F44578}"/>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C164F2FD-19D9-6393-DAC0-D808FA06335B}"/>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F225BDE3-9519-EB0F-FCE9-87B3062B36A1}"/>
              </a:ext>
            </a:extLst>
          </p:cNvPr>
          <p:cNvSpPr>
            <a:spLocks noGrp="1"/>
          </p:cNvSpPr>
          <p:nvPr>
            <p:ph type="dt" sz="half" idx="10"/>
          </p:nvPr>
        </p:nvSpPr>
        <p:spPr/>
        <p:txBody>
          <a:bodyPr/>
          <a:lstStyle/>
          <a:p>
            <a:fld id="{F5A14B3E-E46A-4FB0-86E5-538B1ED3E84F}" type="datetimeFigureOut">
              <a:rPr lang="en-IN" smtClean="0"/>
              <a:t>04-10-2025</a:t>
            </a:fld>
            <a:endParaRPr lang="en-IN"/>
          </a:p>
        </p:txBody>
      </p:sp>
      <p:sp>
        <p:nvSpPr>
          <p:cNvPr id="8" name="Footer Placeholder 7">
            <a:extLst>
              <a:ext uri="{FF2B5EF4-FFF2-40B4-BE49-F238E27FC236}">
                <a16:creationId xmlns:a16="http://schemas.microsoft.com/office/drawing/2014/main" id="{AF78FC4A-9B17-3D38-E50B-887BEDB715C5}"/>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5A48B875-33CF-5B1B-DD15-068DDDF702C3}"/>
              </a:ext>
            </a:extLst>
          </p:cNvPr>
          <p:cNvSpPr>
            <a:spLocks noGrp="1"/>
          </p:cNvSpPr>
          <p:nvPr>
            <p:ph type="sldNum" sz="quarter" idx="12"/>
          </p:nvPr>
        </p:nvSpPr>
        <p:spPr/>
        <p:txBody>
          <a:bodyPr/>
          <a:lstStyle/>
          <a:p>
            <a:fld id="{AE4A0807-0800-4219-9852-370E169B2017}" type="slidenum">
              <a:rPr lang="en-IN" smtClean="0"/>
              <a:t>‹#›</a:t>
            </a:fld>
            <a:endParaRPr lang="en-IN"/>
          </a:p>
        </p:txBody>
      </p:sp>
    </p:spTree>
    <p:extLst>
      <p:ext uri="{BB962C8B-B14F-4D97-AF65-F5344CB8AC3E}">
        <p14:creationId xmlns:p14="http://schemas.microsoft.com/office/powerpoint/2010/main" val="374884427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92BB6E-D55C-5859-35BA-29276ED10986}"/>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19F21A86-FCFE-A0D6-122A-D4B4C3A8A177}"/>
              </a:ext>
            </a:extLst>
          </p:cNvPr>
          <p:cNvSpPr>
            <a:spLocks noGrp="1"/>
          </p:cNvSpPr>
          <p:nvPr>
            <p:ph type="dt" sz="half" idx="10"/>
          </p:nvPr>
        </p:nvSpPr>
        <p:spPr/>
        <p:txBody>
          <a:bodyPr/>
          <a:lstStyle/>
          <a:p>
            <a:fld id="{F5A14B3E-E46A-4FB0-86E5-538B1ED3E84F}" type="datetimeFigureOut">
              <a:rPr lang="en-IN" smtClean="0"/>
              <a:t>04-10-2025</a:t>
            </a:fld>
            <a:endParaRPr lang="en-IN"/>
          </a:p>
        </p:txBody>
      </p:sp>
      <p:sp>
        <p:nvSpPr>
          <p:cNvPr id="4" name="Footer Placeholder 3">
            <a:extLst>
              <a:ext uri="{FF2B5EF4-FFF2-40B4-BE49-F238E27FC236}">
                <a16:creationId xmlns:a16="http://schemas.microsoft.com/office/drawing/2014/main" id="{D7E41260-59D6-5676-5405-C7BDDEE500FE}"/>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FE97F638-3FC3-094E-2E3F-B55607DDD10A}"/>
              </a:ext>
            </a:extLst>
          </p:cNvPr>
          <p:cNvSpPr>
            <a:spLocks noGrp="1"/>
          </p:cNvSpPr>
          <p:nvPr>
            <p:ph type="sldNum" sz="quarter" idx="12"/>
          </p:nvPr>
        </p:nvSpPr>
        <p:spPr/>
        <p:txBody>
          <a:bodyPr/>
          <a:lstStyle/>
          <a:p>
            <a:fld id="{AE4A0807-0800-4219-9852-370E169B2017}" type="slidenum">
              <a:rPr lang="en-IN" smtClean="0"/>
              <a:t>‹#›</a:t>
            </a:fld>
            <a:endParaRPr lang="en-IN"/>
          </a:p>
        </p:txBody>
      </p:sp>
    </p:spTree>
    <p:extLst>
      <p:ext uri="{BB962C8B-B14F-4D97-AF65-F5344CB8AC3E}">
        <p14:creationId xmlns:p14="http://schemas.microsoft.com/office/powerpoint/2010/main" val="190661766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61FFA03B-0569-2E65-A4A9-E1525BF04B08}"/>
              </a:ext>
            </a:extLst>
          </p:cNvPr>
          <p:cNvSpPr>
            <a:spLocks noGrp="1"/>
          </p:cNvSpPr>
          <p:nvPr>
            <p:ph type="dt" sz="half" idx="10"/>
          </p:nvPr>
        </p:nvSpPr>
        <p:spPr/>
        <p:txBody>
          <a:bodyPr/>
          <a:lstStyle/>
          <a:p>
            <a:fld id="{F5A14B3E-E46A-4FB0-86E5-538B1ED3E84F}" type="datetimeFigureOut">
              <a:rPr lang="en-IN" smtClean="0"/>
              <a:t>04-10-2025</a:t>
            </a:fld>
            <a:endParaRPr lang="en-IN"/>
          </a:p>
        </p:txBody>
      </p:sp>
      <p:sp>
        <p:nvSpPr>
          <p:cNvPr id="3" name="Footer Placeholder 2">
            <a:extLst>
              <a:ext uri="{FF2B5EF4-FFF2-40B4-BE49-F238E27FC236}">
                <a16:creationId xmlns:a16="http://schemas.microsoft.com/office/drawing/2014/main" id="{80789CD7-FF02-E3A7-6B9F-8AC970E2AC4A}"/>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ED8EF081-CED8-678C-FBCA-191D5A025169}"/>
              </a:ext>
            </a:extLst>
          </p:cNvPr>
          <p:cNvSpPr>
            <a:spLocks noGrp="1"/>
          </p:cNvSpPr>
          <p:nvPr>
            <p:ph type="sldNum" sz="quarter" idx="12"/>
          </p:nvPr>
        </p:nvSpPr>
        <p:spPr/>
        <p:txBody>
          <a:bodyPr/>
          <a:lstStyle/>
          <a:p>
            <a:fld id="{AE4A0807-0800-4219-9852-370E169B2017}" type="slidenum">
              <a:rPr lang="en-IN" smtClean="0"/>
              <a:t>‹#›</a:t>
            </a:fld>
            <a:endParaRPr lang="en-IN"/>
          </a:p>
        </p:txBody>
      </p:sp>
    </p:spTree>
    <p:extLst>
      <p:ext uri="{BB962C8B-B14F-4D97-AF65-F5344CB8AC3E}">
        <p14:creationId xmlns:p14="http://schemas.microsoft.com/office/powerpoint/2010/main" val="303682613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E47078-2EA4-1986-F267-03E675B55EF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AC4C1B91-020E-93C1-08A4-552BA0DC675E}"/>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BCAE556E-DF1C-6C3C-6AF7-5114E0B2257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5D4636F4-B2A7-BC47-05E2-B70EFE830857}"/>
              </a:ext>
            </a:extLst>
          </p:cNvPr>
          <p:cNvSpPr>
            <a:spLocks noGrp="1"/>
          </p:cNvSpPr>
          <p:nvPr>
            <p:ph type="dt" sz="half" idx="10"/>
          </p:nvPr>
        </p:nvSpPr>
        <p:spPr/>
        <p:txBody>
          <a:bodyPr/>
          <a:lstStyle/>
          <a:p>
            <a:fld id="{F5A14B3E-E46A-4FB0-86E5-538B1ED3E84F}" type="datetimeFigureOut">
              <a:rPr lang="en-IN" smtClean="0"/>
              <a:t>04-10-2025</a:t>
            </a:fld>
            <a:endParaRPr lang="en-IN"/>
          </a:p>
        </p:txBody>
      </p:sp>
      <p:sp>
        <p:nvSpPr>
          <p:cNvPr id="6" name="Footer Placeholder 5">
            <a:extLst>
              <a:ext uri="{FF2B5EF4-FFF2-40B4-BE49-F238E27FC236}">
                <a16:creationId xmlns:a16="http://schemas.microsoft.com/office/drawing/2014/main" id="{B331AA71-A475-1712-0DCC-1243C312CD2E}"/>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E168C674-F295-3B74-86AA-877C20260A1E}"/>
              </a:ext>
            </a:extLst>
          </p:cNvPr>
          <p:cNvSpPr>
            <a:spLocks noGrp="1"/>
          </p:cNvSpPr>
          <p:nvPr>
            <p:ph type="sldNum" sz="quarter" idx="12"/>
          </p:nvPr>
        </p:nvSpPr>
        <p:spPr/>
        <p:txBody>
          <a:bodyPr/>
          <a:lstStyle/>
          <a:p>
            <a:fld id="{AE4A0807-0800-4219-9852-370E169B2017}" type="slidenum">
              <a:rPr lang="en-IN" smtClean="0"/>
              <a:t>‹#›</a:t>
            </a:fld>
            <a:endParaRPr lang="en-IN"/>
          </a:p>
        </p:txBody>
      </p:sp>
    </p:spTree>
    <p:extLst>
      <p:ext uri="{BB962C8B-B14F-4D97-AF65-F5344CB8AC3E}">
        <p14:creationId xmlns:p14="http://schemas.microsoft.com/office/powerpoint/2010/main" val="169314287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A678DA-7B0D-CD0B-D5B6-3EDCD1292DE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E4D931B7-8830-48B5-6BA9-4C70B8F10226}"/>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AF84D307-1D44-B75D-810C-E8CD0213EFD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F27EA29-8856-E74F-475A-28F451F96A16}"/>
              </a:ext>
            </a:extLst>
          </p:cNvPr>
          <p:cNvSpPr>
            <a:spLocks noGrp="1"/>
          </p:cNvSpPr>
          <p:nvPr>
            <p:ph type="dt" sz="half" idx="10"/>
          </p:nvPr>
        </p:nvSpPr>
        <p:spPr/>
        <p:txBody>
          <a:bodyPr/>
          <a:lstStyle/>
          <a:p>
            <a:fld id="{F5A14B3E-E46A-4FB0-86E5-538B1ED3E84F}" type="datetimeFigureOut">
              <a:rPr lang="en-IN" smtClean="0"/>
              <a:t>04-10-2025</a:t>
            </a:fld>
            <a:endParaRPr lang="en-IN"/>
          </a:p>
        </p:txBody>
      </p:sp>
      <p:sp>
        <p:nvSpPr>
          <p:cNvPr id="6" name="Footer Placeholder 5">
            <a:extLst>
              <a:ext uri="{FF2B5EF4-FFF2-40B4-BE49-F238E27FC236}">
                <a16:creationId xmlns:a16="http://schemas.microsoft.com/office/drawing/2014/main" id="{B97669ED-E474-DC3C-E713-002517988A67}"/>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6AC08DEA-17F8-33B9-A792-B32D23F6216D}"/>
              </a:ext>
            </a:extLst>
          </p:cNvPr>
          <p:cNvSpPr>
            <a:spLocks noGrp="1"/>
          </p:cNvSpPr>
          <p:nvPr>
            <p:ph type="sldNum" sz="quarter" idx="12"/>
          </p:nvPr>
        </p:nvSpPr>
        <p:spPr/>
        <p:txBody>
          <a:bodyPr/>
          <a:lstStyle/>
          <a:p>
            <a:fld id="{AE4A0807-0800-4219-9852-370E169B2017}" type="slidenum">
              <a:rPr lang="en-IN" smtClean="0"/>
              <a:t>‹#›</a:t>
            </a:fld>
            <a:endParaRPr lang="en-IN"/>
          </a:p>
        </p:txBody>
      </p:sp>
    </p:spTree>
    <p:extLst>
      <p:ext uri="{BB962C8B-B14F-4D97-AF65-F5344CB8AC3E}">
        <p14:creationId xmlns:p14="http://schemas.microsoft.com/office/powerpoint/2010/main" val="104445764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8FD8B8-B0D4-7EF9-30ED-9A5189EEEBDC}"/>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872F1FFB-2E02-89FA-A0FA-666843E23940}"/>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3A39EE07-74E4-18C8-1651-C96F1C5FE7B3}"/>
              </a:ext>
            </a:extLst>
          </p:cNvPr>
          <p:cNvSpPr>
            <a:spLocks noGrp="1"/>
          </p:cNvSpPr>
          <p:nvPr>
            <p:ph type="dt" sz="half" idx="10"/>
          </p:nvPr>
        </p:nvSpPr>
        <p:spPr/>
        <p:txBody>
          <a:bodyPr/>
          <a:lstStyle/>
          <a:p>
            <a:fld id="{F5A14B3E-E46A-4FB0-86E5-538B1ED3E84F}" type="datetimeFigureOut">
              <a:rPr lang="en-IN" smtClean="0"/>
              <a:t>04-10-2025</a:t>
            </a:fld>
            <a:endParaRPr lang="en-IN"/>
          </a:p>
        </p:txBody>
      </p:sp>
      <p:sp>
        <p:nvSpPr>
          <p:cNvPr id="5" name="Footer Placeholder 4">
            <a:extLst>
              <a:ext uri="{FF2B5EF4-FFF2-40B4-BE49-F238E27FC236}">
                <a16:creationId xmlns:a16="http://schemas.microsoft.com/office/drawing/2014/main" id="{233AE366-3728-2359-2E98-0AD41996B3A7}"/>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6565CF70-0475-1EF7-8316-9C6E02AFF3E1}"/>
              </a:ext>
            </a:extLst>
          </p:cNvPr>
          <p:cNvSpPr>
            <a:spLocks noGrp="1"/>
          </p:cNvSpPr>
          <p:nvPr>
            <p:ph type="sldNum" sz="quarter" idx="12"/>
          </p:nvPr>
        </p:nvSpPr>
        <p:spPr/>
        <p:txBody>
          <a:bodyPr/>
          <a:lstStyle/>
          <a:p>
            <a:fld id="{AE4A0807-0800-4219-9852-370E169B2017}" type="slidenum">
              <a:rPr lang="en-IN" smtClean="0"/>
              <a:t>‹#›</a:t>
            </a:fld>
            <a:endParaRPr lang="en-IN"/>
          </a:p>
        </p:txBody>
      </p:sp>
    </p:spTree>
    <p:extLst>
      <p:ext uri="{BB962C8B-B14F-4D97-AF65-F5344CB8AC3E}">
        <p14:creationId xmlns:p14="http://schemas.microsoft.com/office/powerpoint/2010/main" val="25606985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C4A8F38B-A02F-D4A8-545D-2F67C77B5ECE}"/>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E4961D7E-6910-1088-3618-05AB82109CCC}"/>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CF040A76-E4E5-E977-9A71-DC9BB107E7EA}"/>
              </a:ext>
            </a:extLst>
          </p:cNvPr>
          <p:cNvSpPr>
            <a:spLocks noGrp="1"/>
          </p:cNvSpPr>
          <p:nvPr>
            <p:ph type="dt" sz="half" idx="10"/>
          </p:nvPr>
        </p:nvSpPr>
        <p:spPr/>
        <p:txBody>
          <a:bodyPr/>
          <a:lstStyle/>
          <a:p>
            <a:fld id="{F5A14B3E-E46A-4FB0-86E5-538B1ED3E84F}" type="datetimeFigureOut">
              <a:rPr lang="en-IN" smtClean="0"/>
              <a:t>04-10-2025</a:t>
            </a:fld>
            <a:endParaRPr lang="en-IN"/>
          </a:p>
        </p:txBody>
      </p:sp>
      <p:sp>
        <p:nvSpPr>
          <p:cNvPr id="5" name="Footer Placeholder 4">
            <a:extLst>
              <a:ext uri="{FF2B5EF4-FFF2-40B4-BE49-F238E27FC236}">
                <a16:creationId xmlns:a16="http://schemas.microsoft.com/office/drawing/2014/main" id="{9BD8D34B-C9FB-99FD-3E12-B28B3E3B27BC}"/>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6FEE6398-50E5-1988-3BA4-9F298ED7EA94}"/>
              </a:ext>
            </a:extLst>
          </p:cNvPr>
          <p:cNvSpPr>
            <a:spLocks noGrp="1"/>
          </p:cNvSpPr>
          <p:nvPr>
            <p:ph type="sldNum" sz="quarter" idx="12"/>
          </p:nvPr>
        </p:nvSpPr>
        <p:spPr/>
        <p:txBody>
          <a:bodyPr/>
          <a:lstStyle/>
          <a:p>
            <a:fld id="{AE4A0807-0800-4219-9852-370E169B2017}" type="slidenum">
              <a:rPr lang="en-IN" smtClean="0"/>
              <a:t>‹#›</a:t>
            </a:fld>
            <a:endParaRPr lang="en-IN"/>
          </a:p>
        </p:txBody>
      </p:sp>
    </p:spTree>
    <p:extLst>
      <p:ext uri="{BB962C8B-B14F-4D97-AF65-F5344CB8AC3E}">
        <p14:creationId xmlns:p14="http://schemas.microsoft.com/office/powerpoint/2010/main" val="110408690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2A607C38-0003-34A5-86CA-A45F3ED9E4B3}"/>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6C91BB6E-A84F-B1CF-8A59-E1C94D85A023}"/>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9388A0C7-5E9F-5DE2-F2EC-06AC71BB2330}"/>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F5A14B3E-E46A-4FB0-86E5-538B1ED3E84F}" type="datetimeFigureOut">
              <a:rPr lang="en-IN" smtClean="0"/>
              <a:t>04-10-2025</a:t>
            </a:fld>
            <a:endParaRPr lang="en-IN"/>
          </a:p>
        </p:txBody>
      </p:sp>
      <p:sp>
        <p:nvSpPr>
          <p:cNvPr id="5" name="Footer Placeholder 4">
            <a:extLst>
              <a:ext uri="{FF2B5EF4-FFF2-40B4-BE49-F238E27FC236}">
                <a16:creationId xmlns:a16="http://schemas.microsoft.com/office/drawing/2014/main" id="{E1688842-8463-D52C-25B2-4146081FD297}"/>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IN"/>
          </a:p>
        </p:txBody>
      </p:sp>
      <p:sp>
        <p:nvSpPr>
          <p:cNvPr id="6" name="Slide Number Placeholder 5">
            <a:extLst>
              <a:ext uri="{FF2B5EF4-FFF2-40B4-BE49-F238E27FC236}">
                <a16:creationId xmlns:a16="http://schemas.microsoft.com/office/drawing/2014/main" id="{A33DE0F2-A407-7A00-D4E9-F9A26A7A503E}"/>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AE4A0807-0800-4219-9852-370E169B2017}" type="slidenum">
              <a:rPr lang="en-IN" smtClean="0"/>
              <a:t>‹#›</a:t>
            </a:fld>
            <a:endParaRPr lang="en-IN"/>
          </a:p>
        </p:txBody>
      </p:sp>
    </p:spTree>
    <p:extLst>
      <p:ext uri="{BB962C8B-B14F-4D97-AF65-F5344CB8AC3E}">
        <p14:creationId xmlns:p14="http://schemas.microsoft.com/office/powerpoint/2010/main" val="382259253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jp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jpg"/><Relationship Id="rId1" Type="http://schemas.openxmlformats.org/officeDocument/2006/relationships/slideLayout" Target="../slideLayouts/slideLayout7.xml"/><Relationship Id="rId6" Type="http://schemas.openxmlformats.org/officeDocument/2006/relationships/image" Target="../media/image11.png"/><Relationship Id="rId5" Type="http://schemas.openxmlformats.org/officeDocument/2006/relationships/image" Target="../media/image10.png"/><Relationship Id="rId4" Type="http://schemas.openxmlformats.org/officeDocument/2006/relationships/image" Target="../media/image9.png"/></Relationships>
</file>

<file path=ppt/slides/_rels/slide8.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jpg"/><Relationship Id="rId1" Type="http://schemas.openxmlformats.org/officeDocument/2006/relationships/slideLayout" Target="../slideLayouts/slideLayout7.xml"/><Relationship Id="rId5" Type="http://schemas.openxmlformats.org/officeDocument/2006/relationships/image" Target="../media/image15.png"/><Relationship Id="rId4" Type="http://schemas.openxmlformats.org/officeDocument/2006/relationships/image" Target="../media/image14.png"/></Relationships>
</file>

<file path=ppt/slides/_rels/slide9.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jpg"/><Relationship Id="rId1" Type="http://schemas.openxmlformats.org/officeDocument/2006/relationships/slideLayout" Target="../slideLayouts/slideLayout7.xml"/><Relationship Id="rId4" Type="http://schemas.openxmlformats.org/officeDocument/2006/relationships/image" Target="../media/image18.png"/></Relationships>
</file>

<file path=ppt/slides/_rels/slide11.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6.jpg"/><Relationship Id="rId1" Type="http://schemas.openxmlformats.org/officeDocument/2006/relationships/slideLayout" Target="../slideLayouts/slideLayout7.xml"/><Relationship Id="rId4" Type="http://schemas.openxmlformats.org/officeDocument/2006/relationships/image" Target="../media/image20.png"/></Relationships>
</file>

<file path=ppt/slides/_rels/slide12.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16.jpg"/><Relationship Id="rId1" Type="http://schemas.openxmlformats.org/officeDocument/2006/relationships/slideLayout" Target="../slideLayouts/slideLayout7.xml"/><Relationship Id="rId4" Type="http://schemas.openxmlformats.org/officeDocument/2006/relationships/image" Target="../media/image22.png"/></Relationships>
</file>

<file path=ppt/slides/_rels/slide13.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16.jpg"/><Relationship Id="rId1" Type="http://schemas.openxmlformats.org/officeDocument/2006/relationships/slideLayout" Target="../slideLayouts/slideLayout7.xml"/><Relationship Id="rId4" Type="http://schemas.openxmlformats.org/officeDocument/2006/relationships/image" Target="../media/image24.png"/></Relationships>
</file>

<file path=ppt/slides/_rels/slide14.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16.jpg"/><Relationship Id="rId1" Type="http://schemas.openxmlformats.org/officeDocument/2006/relationships/slideLayout" Target="../slideLayouts/slideLayout7.xml"/><Relationship Id="rId4" Type="http://schemas.openxmlformats.org/officeDocument/2006/relationships/image" Target="../media/image26.png"/></Relationships>
</file>

<file path=ppt/slides/_rels/slide15.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16.jpg"/><Relationship Id="rId1" Type="http://schemas.openxmlformats.org/officeDocument/2006/relationships/slideLayout" Target="../slideLayouts/slideLayout7.xml"/><Relationship Id="rId4" Type="http://schemas.openxmlformats.org/officeDocument/2006/relationships/image" Target="../media/image28.png"/></Relationships>
</file>

<file path=ppt/slides/_rels/slide16.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image" Target="../media/image29.jpg"/><Relationship Id="rId1" Type="http://schemas.openxmlformats.org/officeDocument/2006/relationships/slideLayout" Target="../slideLayouts/slideLayout7.xml"/><Relationship Id="rId4" Type="http://schemas.openxmlformats.org/officeDocument/2006/relationships/image" Target="../media/image31.png"/></Relationships>
</file>

<file path=ppt/slides/_rels/slide18.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image" Target="../media/image32.jpg"/><Relationship Id="rId1" Type="http://schemas.openxmlformats.org/officeDocument/2006/relationships/slideLayout" Target="../slideLayouts/slideLayout7.xml"/><Relationship Id="rId4" Type="http://schemas.openxmlformats.org/officeDocument/2006/relationships/image" Target="../media/image34.png"/></Relationships>
</file>

<file path=ppt/slides/_rels/slide19.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image" Target="../media/image32.jpg"/><Relationship Id="rId1" Type="http://schemas.openxmlformats.org/officeDocument/2006/relationships/slideLayout" Target="../slideLayouts/slideLayout7.xml"/><Relationship Id="rId4" Type="http://schemas.openxmlformats.org/officeDocument/2006/relationships/image" Target="../media/image36.png"/></Relationships>
</file>

<file path=ppt/slides/_rels/slide20.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image" Target="../media/image32.jpg"/><Relationship Id="rId1" Type="http://schemas.openxmlformats.org/officeDocument/2006/relationships/slideLayout" Target="../slideLayouts/slideLayout7.xml"/><Relationship Id="rId4" Type="http://schemas.openxmlformats.org/officeDocument/2006/relationships/image" Target="../media/image38.png"/></Relationships>
</file>

<file path=ppt/slides/_rels/slide21.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image" Target="../media/image32.jpg"/><Relationship Id="rId1" Type="http://schemas.openxmlformats.org/officeDocument/2006/relationships/slideLayout" Target="../slideLayouts/slideLayout7.xml"/><Relationship Id="rId4" Type="http://schemas.openxmlformats.org/officeDocument/2006/relationships/image" Target="../media/image40.png"/></Relationships>
</file>

<file path=ppt/slides/_rels/slide22.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image" Target="../media/image32.jpg"/><Relationship Id="rId1" Type="http://schemas.openxmlformats.org/officeDocument/2006/relationships/slideLayout" Target="../slideLayouts/slideLayout7.xml"/><Relationship Id="rId4" Type="http://schemas.openxmlformats.org/officeDocument/2006/relationships/image" Target="../media/image42.png"/></Relationships>
</file>

<file path=ppt/slides/_rels/slide23.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image" Target="../media/image32.jpg"/><Relationship Id="rId1" Type="http://schemas.openxmlformats.org/officeDocument/2006/relationships/slideLayout" Target="../slideLayouts/slideLayout7.xml"/><Relationship Id="rId4" Type="http://schemas.openxmlformats.org/officeDocument/2006/relationships/image" Target="../media/image44.png"/></Relationships>
</file>

<file path=ppt/slides/_rels/slide24.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image" Target="../media/image32.jpg"/><Relationship Id="rId1" Type="http://schemas.openxmlformats.org/officeDocument/2006/relationships/slideLayout" Target="../slideLayouts/slideLayout7.xml"/><Relationship Id="rId4" Type="http://schemas.openxmlformats.org/officeDocument/2006/relationships/image" Target="../media/image46.png"/></Relationships>
</file>

<file path=ppt/slides/_rels/slide25.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image" Target="../media/image32.jpg"/><Relationship Id="rId1" Type="http://schemas.openxmlformats.org/officeDocument/2006/relationships/slideLayout" Target="../slideLayouts/slideLayout7.xml"/><Relationship Id="rId4" Type="http://schemas.openxmlformats.org/officeDocument/2006/relationships/image" Target="../media/image48.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8" name="Picture 17" descr="A group of beauty products on a pink surface">
            <a:extLst>
              <a:ext uri="{FF2B5EF4-FFF2-40B4-BE49-F238E27FC236}">
                <a16:creationId xmlns:a16="http://schemas.microsoft.com/office/drawing/2014/main" id="{861DD8D3-D8FE-FD4D-0F16-A0ACA62243F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a:extLst>
              <a:ext uri="{FF2B5EF4-FFF2-40B4-BE49-F238E27FC236}">
                <a16:creationId xmlns:a16="http://schemas.microsoft.com/office/drawing/2014/main" id="{55B5940F-BE11-D518-9C19-9668E9C13697}"/>
              </a:ext>
            </a:extLst>
          </p:cNvPr>
          <p:cNvSpPr>
            <a:spLocks noGrp="1"/>
          </p:cNvSpPr>
          <p:nvPr>
            <p:ph type="ctrTitle"/>
          </p:nvPr>
        </p:nvSpPr>
        <p:spPr>
          <a:xfrm>
            <a:off x="1204382" y="754459"/>
            <a:ext cx="9144000" cy="3084116"/>
          </a:xfrm>
        </p:spPr>
        <p:txBody>
          <a:bodyPr>
            <a:normAutofit/>
          </a:bodyPr>
          <a:lstStyle/>
          <a:p>
            <a:r>
              <a:rPr lang="en-US" sz="2000" dirty="0">
                <a:latin typeface="Bahnschrift Light" panose="020B0502040204020203" pitchFamily="34" charset="0"/>
              </a:rPr>
              <a:t>Data-Driven Marketing Optimization Using SQL</a:t>
            </a:r>
            <a:endParaRPr lang="en-IN" sz="2000" dirty="0">
              <a:latin typeface="Bahnschrift Light" panose="020B0502040204020203" pitchFamily="34" charset="0"/>
            </a:endParaRPr>
          </a:p>
        </p:txBody>
      </p:sp>
      <p:sp>
        <p:nvSpPr>
          <p:cNvPr id="3" name="Subtitle 2">
            <a:extLst>
              <a:ext uri="{FF2B5EF4-FFF2-40B4-BE49-F238E27FC236}">
                <a16:creationId xmlns:a16="http://schemas.microsoft.com/office/drawing/2014/main" id="{777F9368-31F9-EB4E-85E8-54E6DDCCC26E}"/>
              </a:ext>
            </a:extLst>
          </p:cNvPr>
          <p:cNvSpPr>
            <a:spLocks noGrp="1"/>
          </p:cNvSpPr>
          <p:nvPr>
            <p:ph type="subTitle" idx="1"/>
          </p:nvPr>
        </p:nvSpPr>
        <p:spPr>
          <a:xfrm>
            <a:off x="1099607" y="2057400"/>
            <a:ext cx="9144000" cy="2022871"/>
          </a:xfrm>
        </p:spPr>
        <p:txBody>
          <a:bodyPr>
            <a:normAutofit/>
          </a:bodyPr>
          <a:lstStyle/>
          <a:p>
            <a:r>
              <a:rPr lang="en-IN" sz="3600" b="1" dirty="0">
                <a:latin typeface="Bodoni MT" panose="02070603080606020203" pitchFamily="18" charset="0"/>
              </a:rPr>
              <a:t>NOVA BEUTY MARKETING MIX MODELING (MMM) ANALYSIS</a:t>
            </a:r>
          </a:p>
        </p:txBody>
      </p:sp>
    </p:spTree>
    <p:extLst>
      <p:ext uri="{BB962C8B-B14F-4D97-AF65-F5344CB8AC3E}">
        <p14:creationId xmlns:p14="http://schemas.microsoft.com/office/powerpoint/2010/main" val="282103088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ntr" presetSubtype="0" fill="hold" nodeType="clickEffect">
                                  <p:stCondLst>
                                    <p:cond delay="0"/>
                                  </p:stCondLst>
                                  <p:childTnLst>
                                    <p:set>
                                      <p:cBhvr>
                                        <p:cTn id="6" dur="1" fill="hold">
                                          <p:stCondLst>
                                            <p:cond delay="0"/>
                                          </p:stCondLst>
                                        </p:cTn>
                                        <p:tgtEl>
                                          <p:spTgt spid="18"/>
                                        </p:tgtEl>
                                        <p:attrNameLst>
                                          <p:attrName>style.visibility</p:attrName>
                                        </p:attrNameLst>
                                      </p:cBhvr>
                                      <p:to>
                                        <p:strVal val="visible"/>
                                      </p:to>
                                    </p:set>
                                    <p:animEffect transition="in" filter="wipe(down)">
                                      <p:cBhvr>
                                        <p:cTn id="7" dur="580">
                                          <p:stCondLst>
                                            <p:cond delay="0"/>
                                          </p:stCondLst>
                                        </p:cTn>
                                        <p:tgtEl>
                                          <p:spTgt spid="18"/>
                                        </p:tgtEl>
                                      </p:cBhvr>
                                    </p:animEffect>
                                    <p:anim calcmode="lin" valueType="num">
                                      <p:cBhvr>
                                        <p:cTn id="8" dur="1822" tmFilter="0,0; 0.14,0.36; 0.43,0.73; 0.71,0.91; 1.0,1.0">
                                          <p:stCondLst>
                                            <p:cond delay="0"/>
                                          </p:stCondLst>
                                        </p:cTn>
                                        <p:tgtEl>
                                          <p:spTgt spid="18"/>
                                        </p:tgtEl>
                                        <p:attrNameLst>
                                          <p:attrName>ppt_x</p:attrName>
                                        </p:attrNameLst>
                                      </p:cBhvr>
                                      <p:tavLst>
                                        <p:tav tm="0">
                                          <p:val>
                                            <p:strVal val="#ppt_x-0.25"/>
                                          </p:val>
                                        </p:tav>
                                        <p:tav tm="100000">
                                          <p:val>
                                            <p:strVal val="#ppt_x"/>
                                          </p:val>
                                        </p:tav>
                                      </p:tavLst>
                                    </p:anim>
                                    <p:anim calcmode="lin" valueType="num">
                                      <p:cBhvr>
                                        <p:cTn id="9" dur="664" tmFilter="0.0,0.0; 0.25,0.07; 0.50,0.2; 0.75,0.467; 1.0,1.0">
                                          <p:stCondLst>
                                            <p:cond delay="0"/>
                                          </p:stCondLst>
                                        </p:cTn>
                                        <p:tgtEl>
                                          <p:spTgt spid="18"/>
                                        </p:tgtEl>
                                        <p:attrNameLst>
                                          <p:attrName>ppt_y</p:attrName>
                                        </p:attrNameLst>
                                      </p:cBhvr>
                                      <p:tavLst>
                                        <p:tav tm="0" fmla="#ppt_y-sin(pi*$)/3">
                                          <p:val>
                                            <p:fltVal val="0.5"/>
                                          </p:val>
                                        </p:tav>
                                        <p:tav tm="100000">
                                          <p:val>
                                            <p:fltVal val="1"/>
                                          </p:val>
                                        </p:tav>
                                      </p:tavLst>
                                    </p:anim>
                                    <p:anim calcmode="lin" valueType="num">
                                      <p:cBhvr>
                                        <p:cTn id="10" dur="664" tmFilter="0, 0; 0.125,0.2665; 0.25,0.4; 0.375,0.465; 0.5,0.5;  0.625,0.535; 0.75,0.6; 0.875,0.7335; 1,1">
                                          <p:stCondLst>
                                            <p:cond delay="664"/>
                                          </p:stCondLst>
                                        </p:cTn>
                                        <p:tgtEl>
                                          <p:spTgt spid="18"/>
                                        </p:tgtEl>
                                        <p:attrNameLst>
                                          <p:attrName>ppt_y</p:attrName>
                                        </p:attrNameLst>
                                      </p:cBhvr>
                                      <p:tavLst>
                                        <p:tav tm="0" fmla="#ppt_y-sin(pi*$)/9">
                                          <p:val>
                                            <p:fltVal val="0"/>
                                          </p:val>
                                        </p:tav>
                                        <p:tav tm="100000">
                                          <p:val>
                                            <p:fltVal val="1"/>
                                          </p:val>
                                        </p:tav>
                                      </p:tavLst>
                                    </p:anim>
                                    <p:anim calcmode="lin" valueType="num">
                                      <p:cBhvr>
                                        <p:cTn id="11" dur="332" tmFilter="0, 0; 0.125,0.2665; 0.25,0.4; 0.375,0.465; 0.5,0.5;  0.625,0.535; 0.75,0.6; 0.875,0.7335; 1,1">
                                          <p:stCondLst>
                                            <p:cond delay="1324"/>
                                          </p:stCondLst>
                                        </p:cTn>
                                        <p:tgtEl>
                                          <p:spTgt spid="18"/>
                                        </p:tgtEl>
                                        <p:attrNameLst>
                                          <p:attrName>ppt_y</p:attrName>
                                        </p:attrNameLst>
                                      </p:cBhvr>
                                      <p:tavLst>
                                        <p:tav tm="0" fmla="#ppt_y-sin(pi*$)/27">
                                          <p:val>
                                            <p:fltVal val="0"/>
                                          </p:val>
                                        </p:tav>
                                        <p:tav tm="100000">
                                          <p:val>
                                            <p:fltVal val="1"/>
                                          </p:val>
                                        </p:tav>
                                      </p:tavLst>
                                    </p:anim>
                                    <p:anim calcmode="lin" valueType="num">
                                      <p:cBhvr>
                                        <p:cTn id="12" dur="164" tmFilter="0, 0; 0.125,0.2665; 0.25,0.4; 0.375,0.465; 0.5,0.5;  0.625,0.535; 0.75,0.6; 0.875,0.7335; 1,1">
                                          <p:stCondLst>
                                            <p:cond delay="1656"/>
                                          </p:stCondLst>
                                        </p:cTn>
                                        <p:tgtEl>
                                          <p:spTgt spid="18"/>
                                        </p:tgtEl>
                                        <p:attrNameLst>
                                          <p:attrName>ppt_y</p:attrName>
                                        </p:attrNameLst>
                                      </p:cBhvr>
                                      <p:tavLst>
                                        <p:tav tm="0" fmla="#ppt_y-sin(pi*$)/81">
                                          <p:val>
                                            <p:fltVal val="0"/>
                                          </p:val>
                                        </p:tav>
                                        <p:tav tm="100000">
                                          <p:val>
                                            <p:fltVal val="1"/>
                                          </p:val>
                                        </p:tav>
                                      </p:tavLst>
                                    </p:anim>
                                    <p:animScale>
                                      <p:cBhvr>
                                        <p:cTn id="13" dur="26">
                                          <p:stCondLst>
                                            <p:cond delay="650"/>
                                          </p:stCondLst>
                                        </p:cTn>
                                        <p:tgtEl>
                                          <p:spTgt spid="18"/>
                                        </p:tgtEl>
                                      </p:cBhvr>
                                      <p:to x="100000" y="60000"/>
                                    </p:animScale>
                                    <p:animScale>
                                      <p:cBhvr>
                                        <p:cTn id="14" dur="166" decel="50000">
                                          <p:stCondLst>
                                            <p:cond delay="676"/>
                                          </p:stCondLst>
                                        </p:cTn>
                                        <p:tgtEl>
                                          <p:spTgt spid="18"/>
                                        </p:tgtEl>
                                      </p:cBhvr>
                                      <p:to x="100000" y="100000"/>
                                    </p:animScale>
                                    <p:animScale>
                                      <p:cBhvr>
                                        <p:cTn id="15" dur="26">
                                          <p:stCondLst>
                                            <p:cond delay="1312"/>
                                          </p:stCondLst>
                                        </p:cTn>
                                        <p:tgtEl>
                                          <p:spTgt spid="18"/>
                                        </p:tgtEl>
                                      </p:cBhvr>
                                      <p:to x="100000" y="80000"/>
                                    </p:animScale>
                                    <p:animScale>
                                      <p:cBhvr>
                                        <p:cTn id="16" dur="166" decel="50000">
                                          <p:stCondLst>
                                            <p:cond delay="1338"/>
                                          </p:stCondLst>
                                        </p:cTn>
                                        <p:tgtEl>
                                          <p:spTgt spid="18"/>
                                        </p:tgtEl>
                                      </p:cBhvr>
                                      <p:to x="100000" y="100000"/>
                                    </p:animScale>
                                    <p:animScale>
                                      <p:cBhvr>
                                        <p:cTn id="17" dur="26">
                                          <p:stCondLst>
                                            <p:cond delay="1642"/>
                                          </p:stCondLst>
                                        </p:cTn>
                                        <p:tgtEl>
                                          <p:spTgt spid="18"/>
                                        </p:tgtEl>
                                      </p:cBhvr>
                                      <p:to x="100000" y="90000"/>
                                    </p:animScale>
                                    <p:animScale>
                                      <p:cBhvr>
                                        <p:cTn id="18" dur="166" decel="50000">
                                          <p:stCondLst>
                                            <p:cond delay="1668"/>
                                          </p:stCondLst>
                                        </p:cTn>
                                        <p:tgtEl>
                                          <p:spTgt spid="18"/>
                                        </p:tgtEl>
                                      </p:cBhvr>
                                      <p:to x="100000" y="100000"/>
                                    </p:animScale>
                                    <p:animScale>
                                      <p:cBhvr>
                                        <p:cTn id="19" dur="26">
                                          <p:stCondLst>
                                            <p:cond delay="1808"/>
                                          </p:stCondLst>
                                        </p:cTn>
                                        <p:tgtEl>
                                          <p:spTgt spid="18"/>
                                        </p:tgtEl>
                                      </p:cBhvr>
                                      <p:to x="100000" y="95000"/>
                                    </p:animScale>
                                    <p:animScale>
                                      <p:cBhvr>
                                        <p:cTn id="20" dur="166" decel="50000">
                                          <p:stCondLst>
                                            <p:cond delay="1834"/>
                                          </p:stCondLst>
                                        </p:cTn>
                                        <p:tgtEl>
                                          <p:spTgt spid="18"/>
                                        </p:tgtEl>
                                      </p:cBhvr>
                                      <p:to x="100000" y="10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descr="A close-up of a flower">
            <a:extLst>
              <a:ext uri="{FF2B5EF4-FFF2-40B4-BE49-F238E27FC236}">
                <a16:creationId xmlns:a16="http://schemas.microsoft.com/office/drawing/2014/main" id="{B26FF9DC-BAC2-FC92-4256-05A9438D03E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1"/>
          </a:xfrm>
          <a:prstGeom prst="rect">
            <a:avLst/>
          </a:prstGeom>
        </p:spPr>
      </p:pic>
      <p:sp>
        <p:nvSpPr>
          <p:cNvPr id="6" name="TextBox 5">
            <a:extLst>
              <a:ext uri="{FF2B5EF4-FFF2-40B4-BE49-F238E27FC236}">
                <a16:creationId xmlns:a16="http://schemas.microsoft.com/office/drawing/2014/main" id="{F179D8A9-6C76-585D-66D3-67C2B2979C5C}"/>
              </a:ext>
            </a:extLst>
          </p:cNvPr>
          <p:cNvSpPr txBox="1"/>
          <p:nvPr/>
        </p:nvSpPr>
        <p:spPr>
          <a:xfrm>
            <a:off x="4000500" y="1209675"/>
            <a:ext cx="7296150" cy="769441"/>
          </a:xfrm>
          <a:prstGeom prst="rect">
            <a:avLst/>
          </a:prstGeom>
          <a:noFill/>
        </p:spPr>
        <p:txBody>
          <a:bodyPr wrap="square" rtlCol="0">
            <a:spAutoFit/>
          </a:bodyPr>
          <a:lstStyle/>
          <a:p>
            <a:r>
              <a:rPr lang="en-IN" sz="4400" b="1" dirty="0">
                <a:solidFill>
                  <a:srgbClr val="B33351"/>
                </a:solidFill>
                <a:latin typeface="Bell MT" panose="02020503060305020303" pitchFamily="18" charset="0"/>
              </a:rPr>
              <a:t>AIM OF PROJECT</a:t>
            </a:r>
          </a:p>
        </p:txBody>
      </p:sp>
      <p:sp>
        <p:nvSpPr>
          <p:cNvPr id="7" name="Rectangle 1">
            <a:extLst>
              <a:ext uri="{FF2B5EF4-FFF2-40B4-BE49-F238E27FC236}">
                <a16:creationId xmlns:a16="http://schemas.microsoft.com/office/drawing/2014/main" id="{B5698FAD-26F8-4FBA-F95B-1330F0E920AA}"/>
              </a:ext>
            </a:extLst>
          </p:cNvPr>
          <p:cNvSpPr>
            <a:spLocks noChangeArrowheads="1"/>
          </p:cNvSpPr>
          <p:nvPr/>
        </p:nvSpPr>
        <p:spPr bwMode="auto">
          <a:xfrm>
            <a:off x="4000500" y="2189173"/>
            <a:ext cx="8256235" cy="224676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800" b="0" i="0" u="none" strike="noStrike" cap="none" normalizeH="0" baseline="0" dirty="0">
                <a:ln>
                  <a:noFill/>
                </a:ln>
                <a:solidFill>
                  <a:srgbClr val="DC7281"/>
                </a:solidFill>
                <a:effectLst/>
                <a:latin typeface="Bell MT" panose="02020503060305020303" pitchFamily="18" charset="0"/>
              </a:rPr>
              <a:t>Understand channel effectiveness &amp; ROI</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800" b="0" i="0" u="none" strike="noStrike" cap="none" normalizeH="0" baseline="0" dirty="0">
                <a:ln>
                  <a:noFill/>
                </a:ln>
                <a:solidFill>
                  <a:srgbClr val="DC7281"/>
                </a:solidFill>
                <a:effectLst/>
                <a:latin typeface="Bell MT" panose="02020503060305020303" pitchFamily="18" charset="0"/>
              </a:rPr>
              <a:t>Quantify </a:t>
            </a:r>
            <a:r>
              <a:rPr kumimoji="0" lang="en-US" altLang="en-US" sz="2800" b="1" i="0" u="none" strike="noStrike" cap="none" normalizeH="0" baseline="0" dirty="0">
                <a:ln>
                  <a:noFill/>
                </a:ln>
                <a:solidFill>
                  <a:srgbClr val="DC7281"/>
                </a:solidFill>
                <a:effectLst/>
                <a:latin typeface="Bell MT" panose="02020503060305020303" pitchFamily="18" charset="0"/>
              </a:rPr>
              <a:t>seasonal &amp; festive uplift</a:t>
            </a:r>
            <a:endParaRPr kumimoji="0" lang="en-US" altLang="en-US" sz="2800" b="0" i="0" u="none" strike="noStrike" cap="none" normalizeH="0" baseline="0" dirty="0">
              <a:ln>
                <a:noFill/>
              </a:ln>
              <a:solidFill>
                <a:srgbClr val="DC7281"/>
              </a:solidFill>
              <a:effectLst/>
              <a:latin typeface="Bell MT" panose="02020503060305020303" pitchFamily="18"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800" b="0" i="0" u="none" strike="noStrike" cap="none" normalizeH="0" baseline="0" dirty="0">
                <a:ln>
                  <a:noFill/>
                </a:ln>
                <a:solidFill>
                  <a:srgbClr val="DC7281"/>
                </a:solidFill>
                <a:effectLst/>
                <a:latin typeface="Bell MT" panose="02020503060305020303" pitchFamily="18" charset="0"/>
              </a:rPr>
              <a:t>Optimize </a:t>
            </a:r>
            <a:r>
              <a:rPr kumimoji="0" lang="en-US" altLang="en-US" sz="2800" b="1" i="0" u="none" strike="noStrike" cap="none" normalizeH="0" baseline="0" dirty="0">
                <a:ln>
                  <a:noFill/>
                </a:ln>
                <a:solidFill>
                  <a:srgbClr val="DC7281"/>
                </a:solidFill>
                <a:effectLst/>
                <a:latin typeface="Bell MT" panose="02020503060305020303" pitchFamily="18" charset="0"/>
              </a:rPr>
              <a:t>marketing budget allocation</a:t>
            </a:r>
            <a:endParaRPr kumimoji="0" lang="en-US" altLang="en-US" sz="2800" b="0" i="0" u="none" strike="noStrike" cap="none" normalizeH="0" baseline="0" dirty="0">
              <a:ln>
                <a:noFill/>
              </a:ln>
              <a:solidFill>
                <a:srgbClr val="DC7281"/>
              </a:solidFill>
              <a:effectLst/>
              <a:latin typeface="Bell MT" panose="02020503060305020303" pitchFamily="18"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800" b="0" i="0" u="none" strike="noStrike" cap="none" normalizeH="0" baseline="0" dirty="0">
                <a:ln>
                  <a:noFill/>
                </a:ln>
                <a:solidFill>
                  <a:srgbClr val="DC7281"/>
                </a:solidFill>
                <a:effectLst/>
                <a:latin typeface="Bell MT" panose="02020503060305020303" pitchFamily="18" charset="0"/>
              </a:rPr>
              <a:t>Support </a:t>
            </a:r>
            <a:r>
              <a:rPr kumimoji="0" lang="en-US" altLang="en-US" sz="2800" b="1" i="0" u="none" strike="noStrike" cap="none" normalizeH="0" baseline="0" dirty="0">
                <a:ln>
                  <a:noFill/>
                </a:ln>
                <a:solidFill>
                  <a:srgbClr val="DC7281"/>
                </a:solidFill>
                <a:effectLst/>
                <a:latin typeface="Bell MT" panose="02020503060305020303" pitchFamily="18" charset="0"/>
              </a:rPr>
              <a:t>data-driven decision-making</a:t>
            </a:r>
            <a:r>
              <a:rPr kumimoji="0" lang="en-US" altLang="en-US" sz="2800" b="0" i="0" u="none" strike="noStrike" cap="none" normalizeH="0" baseline="0" dirty="0">
                <a:ln>
                  <a:noFill/>
                </a:ln>
                <a:solidFill>
                  <a:srgbClr val="DC7281"/>
                </a:solidFill>
                <a:effectLst/>
                <a:latin typeface="Bell MT" panose="02020503060305020303" pitchFamily="18" charset="0"/>
              </a:rPr>
              <a:t> for short-term</a:t>
            </a:r>
          </a:p>
          <a:p>
            <a:pPr marL="0" marR="0" lvl="0" indent="0" algn="l" defTabSz="914400" rtl="0" eaLnBrk="0" fontAlgn="base" latinLnBrk="0" hangingPunct="0">
              <a:lnSpc>
                <a:spcPct val="100000"/>
              </a:lnSpc>
              <a:spcBef>
                <a:spcPct val="0"/>
              </a:spcBef>
              <a:spcAft>
                <a:spcPct val="0"/>
              </a:spcAft>
              <a:buClrTx/>
              <a:buSzTx/>
              <a:tabLst/>
            </a:pPr>
            <a:r>
              <a:rPr kumimoji="0" lang="en-US" altLang="en-US" sz="2800" b="0" i="0" u="none" strike="noStrike" cap="none" normalizeH="0" baseline="0" dirty="0">
                <a:ln>
                  <a:noFill/>
                </a:ln>
                <a:solidFill>
                  <a:srgbClr val="DC7281"/>
                </a:solidFill>
                <a:effectLst/>
                <a:latin typeface="Bell MT" panose="02020503060305020303" pitchFamily="18" charset="0"/>
              </a:rPr>
              <a:t> campaigns and long-term brand growth</a:t>
            </a:r>
          </a:p>
        </p:txBody>
      </p:sp>
    </p:spTree>
    <p:extLst>
      <p:ext uri="{BB962C8B-B14F-4D97-AF65-F5344CB8AC3E}">
        <p14:creationId xmlns:p14="http://schemas.microsoft.com/office/powerpoint/2010/main" val="102547851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descr="A group of makeup items on a pink surface">
            <a:extLst>
              <a:ext uri="{FF2B5EF4-FFF2-40B4-BE49-F238E27FC236}">
                <a16:creationId xmlns:a16="http://schemas.microsoft.com/office/drawing/2014/main" id="{CB5B096E-2EF3-769B-F04C-61519301C69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9" name="TextBox 8">
            <a:extLst>
              <a:ext uri="{FF2B5EF4-FFF2-40B4-BE49-F238E27FC236}">
                <a16:creationId xmlns:a16="http://schemas.microsoft.com/office/drawing/2014/main" id="{E0032843-AE16-52A5-BC58-2B7516CB09F2}"/>
              </a:ext>
            </a:extLst>
          </p:cNvPr>
          <p:cNvSpPr txBox="1"/>
          <p:nvPr/>
        </p:nvSpPr>
        <p:spPr>
          <a:xfrm>
            <a:off x="876300" y="514350"/>
            <a:ext cx="4393832" cy="707886"/>
          </a:xfrm>
          <a:prstGeom prst="rect">
            <a:avLst/>
          </a:prstGeom>
          <a:noFill/>
        </p:spPr>
        <p:txBody>
          <a:bodyPr wrap="none" rtlCol="0">
            <a:spAutoFit/>
          </a:bodyPr>
          <a:lstStyle/>
          <a:p>
            <a:r>
              <a:rPr lang="en-US" sz="4000" b="1" dirty="0">
                <a:solidFill>
                  <a:srgbClr val="9C2C47"/>
                </a:solidFill>
                <a:latin typeface="Bell MT" panose="02020503060305020303" pitchFamily="18" charset="0"/>
              </a:rPr>
              <a:t>INTRODUCTION</a:t>
            </a:r>
            <a:endParaRPr lang="en-IN" sz="4000" b="1" dirty="0">
              <a:solidFill>
                <a:srgbClr val="9C2C47"/>
              </a:solidFill>
              <a:latin typeface="Bell MT" panose="02020503060305020303" pitchFamily="18" charset="0"/>
            </a:endParaRPr>
          </a:p>
        </p:txBody>
      </p:sp>
      <p:sp>
        <p:nvSpPr>
          <p:cNvPr id="10" name="TextBox 9">
            <a:extLst>
              <a:ext uri="{FF2B5EF4-FFF2-40B4-BE49-F238E27FC236}">
                <a16:creationId xmlns:a16="http://schemas.microsoft.com/office/drawing/2014/main" id="{892F4CAE-EE52-CA2B-43F1-49EA5268D542}"/>
              </a:ext>
            </a:extLst>
          </p:cNvPr>
          <p:cNvSpPr txBox="1"/>
          <p:nvPr/>
        </p:nvSpPr>
        <p:spPr>
          <a:xfrm>
            <a:off x="352426" y="1584186"/>
            <a:ext cx="9353549" cy="2754600"/>
          </a:xfrm>
          <a:prstGeom prst="rect">
            <a:avLst/>
          </a:prstGeom>
          <a:noFill/>
        </p:spPr>
        <p:txBody>
          <a:bodyPr wrap="square" rtlCol="0">
            <a:spAutoFit/>
          </a:bodyPr>
          <a:lstStyle/>
          <a:p>
            <a:r>
              <a:rPr lang="en-US" dirty="0">
                <a:solidFill>
                  <a:schemeClr val="bg1"/>
                </a:solidFill>
                <a:latin typeface="Bell MT" panose="02020503060305020303" pitchFamily="18" charset="0"/>
              </a:rPr>
              <a:t>Marketing Mix Modeling (MMM) helps companies see how well their marketing activities are working. It looks at different channels like ads, social media, influencers, and offline campaigns to understand which ones give the best results. This helps companies spend money in the right places.</a:t>
            </a:r>
          </a:p>
          <a:p>
            <a:endParaRPr lang="en-US" dirty="0">
              <a:solidFill>
                <a:schemeClr val="bg1"/>
              </a:solidFill>
              <a:latin typeface="Bell MT" panose="02020503060305020303" pitchFamily="18" charset="0"/>
            </a:endParaRPr>
          </a:p>
          <a:p>
            <a:r>
              <a:rPr lang="en-US" dirty="0">
                <a:solidFill>
                  <a:schemeClr val="bg1"/>
                </a:solidFill>
                <a:latin typeface="Bell MT" panose="02020503060305020303" pitchFamily="18" charset="0"/>
              </a:rPr>
              <a:t>In this project, we use SQL to manage marketing data and calculate important metrics like Return on Investment (ROI). ROI shows how much profit a campaign brings compared to the money spent. By knowing ROI, companies can focus on campaigns that work well and improve overall marketing performance</a:t>
            </a:r>
            <a:r>
              <a:rPr lang="en-US" dirty="0">
                <a:latin typeface="Bell MT" panose="02020503060305020303" pitchFamily="18" charset="0"/>
              </a:rPr>
              <a:t>.</a:t>
            </a:r>
          </a:p>
          <a:p>
            <a:endParaRPr lang="en-IN" sz="1100" dirty="0"/>
          </a:p>
        </p:txBody>
      </p:sp>
    </p:spTree>
    <p:extLst>
      <p:ext uri="{BB962C8B-B14F-4D97-AF65-F5344CB8AC3E}">
        <p14:creationId xmlns:p14="http://schemas.microsoft.com/office/powerpoint/2010/main" val="115702562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A white square with a pink background">
            <a:extLst>
              <a:ext uri="{FF2B5EF4-FFF2-40B4-BE49-F238E27FC236}">
                <a16:creationId xmlns:a16="http://schemas.microsoft.com/office/drawing/2014/main" id="{9F5B76AD-12A8-74CF-B532-769711B1FE9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pic>
        <p:nvPicPr>
          <p:cNvPr id="6" name="Picture 5">
            <a:extLst>
              <a:ext uri="{FF2B5EF4-FFF2-40B4-BE49-F238E27FC236}">
                <a16:creationId xmlns:a16="http://schemas.microsoft.com/office/drawing/2014/main" id="{AA6163AA-B187-690E-BCC0-270CA4C54488}"/>
              </a:ext>
            </a:extLst>
          </p:cNvPr>
          <p:cNvPicPr>
            <a:picLocks noChangeAspect="1"/>
          </p:cNvPicPr>
          <p:nvPr/>
        </p:nvPicPr>
        <p:blipFill>
          <a:blip r:embed="rId3"/>
          <a:stretch>
            <a:fillRect/>
          </a:stretch>
        </p:blipFill>
        <p:spPr>
          <a:xfrm>
            <a:off x="2118784" y="1065767"/>
            <a:ext cx="7724774" cy="5413350"/>
          </a:xfrm>
          <a:prstGeom prst="rect">
            <a:avLst/>
          </a:prstGeom>
          <a:ln>
            <a:solidFill>
              <a:srgbClr val="B33351"/>
            </a:solidFill>
          </a:ln>
          <a:effectLst>
            <a:glow rad="101600">
              <a:schemeClr val="bg1">
                <a:alpha val="60000"/>
              </a:schemeClr>
            </a:glow>
          </a:effectLst>
        </p:spPr>
      </p:pic>
      <p:sp>
        <p:nvSpPr>
          <p:cNvPr id="7" name="TextBox 6">
            <a:extLst>
              <a:ext uri="{FF2B5EF4-FFF2-40B4-BE49-F238E27FC236}">
                <a16:creationId xmlns:a16="http://schemas.microsoft.com/office/drawing/2014/main" id="{850E9E83-8A76-6AF3-0597-F59B24881E2E}"/>
              </a:ext>
            </a:extLst>
          </p:cNvPr>
          <p:cNvSpPr txBox="1"/>
          <p:nvPr/>
        </p:nvSpPr>
        <p:spPr>
          <a:xfrm>
            <a:off x="804333" y="438150"/>
            <a:ext cx="6325193" cy="523220"/>
          </a:xfrm>
          <a:prstGeom prst="rect">
            <a:avLst/>
          </a:prstGeom>
          <a:noFill/>
        </p:spPr>
        <p:txBody>
          <a:bodyPr wrap="none" rtlCol="0">
            <a:spAutoFit/>
          </a:bodyPr>
          <a:lstStyle/>
          <a:p>
            <a:r>
              <a:rPr lang="en-IN" sz="2800" b="1" dirty="0">
                <a:latin typeface="Bell MT" panose="02020503060305020303" pitchFamily="18" charset="0"/>
              </a:rPr>
              <a:t>ENTITY RELATIONSHIP DIAGRAM</a:t>
            </a:r>
            <a:endParaRPr lang="en-IN" sz="2800" dirty="0">
              <a:latin typeface="Bell MT" panose="02020503060305020303" pitchFamily="18" charset="0"/>
            </a:endParaRPr>
          </a:p>
        </p:txBody>
      </p:sp>
    </p:spTree>
    <p:extLst>
      <p:ext uri="{BB962C8B-B14F-4D97-AF65-F5344CB8AC3E}">
        <p14:creationId xmlns:p14="http://schemas.microsoft.com/office/powerpoint/2010/main" val="143205552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randombar(horizontal)">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A white square with a pink background&#10;&#10;AI-generated content may be incorrect.">
            <a:extLst>
              <a:ext uri="{FF2B5EF4-FFF2-40B4-BE49-F238E27FC236}">
                <a16:creationId xmlns:a16="http://schemas.microsoft.com/office/drawing/2014/main" id="{F8F9463F-CF27-1A01-88C8-4E1F2F660BF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4" name="TextBox 3">
            <a:extLst>
              <a:ext uri="{FF2B5EF4-FFF2-40B4-BE49-F238E27FC236}">
                <a16:creationId xmlns:a16="http://schemas.microsoft.com/office/drawing/2014/main" id="{E8170913-3B5B-A3E9-49DA-738EB261D536}"/>
              </a:ext>
            </a:extLst>
          </p:cNvPr>
          <p:cNvSpPr txBox="1"/>
          <p:nvPr/>
        </p:nvSpPr>
        <p:spPr>
          <a:xfrm>
            <a:off x="701040" y="2255520"/>
            <a:ext cx="4687630" cy="646331"/>
          </a:xfrm>
          <a:prstGeom prst="rect">
            <a:avLst/>
          </a:prstGeom>
          <a:noFill/>
        </p:spPr>
        <p:txBody>
          <a:bodyPr wrap="none" rtlCol="0">
            <a:spAutoFit/>
          </a:bodyPr>
          <a:lstStyle/>
          <a:p>
            <a:r>
              <a:rPr lang="en-IN" sz="3600" dirty="0">
                <a:latin typeface="Bell MT" panose="02020503060305020303" pitchFamily="18" charset="0"/>
              </a:rPr>
              <a:t>TABLES IN PROJECT</a:t>
            </a:r>
          </a:p>
        </p:txBody>
      </p:sp>
      <p:sp>
        <p:nvSpPr>
          <p:cNvPr id="5" name="TextBox 4">
            <a:extLst>
              <a:ext uri="{FF2B5EF4-FFF2-40B4-BE49-F238E27FC236}">
                <a16:creationId xmlns:a16="http://schemas.microsoft.com/office/drawing/2014/main" id="{B18027C2-5882-0D62-4D53-5C23C67C837B}"/>
              </a:ext>
            </a:extLst>
          </p:cNvPr>
          <p:cNvSpPr txBox="1"/>
          <p:nvPr/>
        </p:nvSpPr>
        <p:spPr>
          <a:xfrm>
            <a:off x="7106920" y="1659285"/>
            <a:ext cx="4074160" cy="3539430"/>
          </a:xfrm>
          <a:prstGeom prst="rect">
            <a:avLst/>
          </a:prstGeom>
          <a:noFill/>
        </p:spPr>
        <p:txBody>
          <a:bodyPr wrap="square" rtlCol="0">
            <a:spAutoFit/>
          </a:bodyPr>
          <a:lstStyle/>
          <a:p>
            <a:pPr marL="285750" indent="-285750">
              <a:buFont typeface="Arial" panose="020B0604020202020204" pitchFamily="34" charset="0"/>
              <a:buChar char="•"/>
            </a:pPr>
            <a:r>
              <a:rPr lang="en-IN" sz="2800" dirty="0">
                <a:latin typeface="Bell MT" panose="02020503060305020303" pitchFamily="18" charset="0"/>
              </a:rPr>
              <a:t>Channels</a:t>
            </a:r>
          </a:p>
          <a:p>
            <a:pPr marL="285750" indent="-285750">
              <a:buFont typeface="Arial" panose="020B0604020202020204" pitchFamily="34" charset="0"/>
              <a:buChar char="•"/>
            </a:pPr>
            <a:r>
              <a:rPr lang="en-IN" sz="2800" dirty="0">
                <a:latin typeface="Bell MT" panose="02020503060305020303" pitchFamily="18" charset="0"/>
              </a:rPr>
              <a:t>Campaigns</a:t>
            </a:r>
          </a:p>
          <a:p>
            <a:pPr marL="285750" indent="-285750">
              <a:buFont typeface="Arial" panose="020B0604020202020204" pitchFamily="34" charset="0"/>
              <a:buChar char="•"/>
            </a:pPr>
            <a:r>
              <a:rPr lang="en-IN" sz="2800" dirty="0">
                <a:latin typeface="Bell MT" panose="02020503060305020303" pitchFamily="18" charset="0"/>
              </a:rPr>
              <a:t>Spend</a:t>
            </a:r>
          </a:p>
          <a:p>
            <a:pPr marL="285750" indent="-285750">
              <a:buFont typeface="Arial" panose="020B0604020202020204" pitchFamily="34" charset="0"/>
              <a:buChar char="•"/>
            </a:pPr>
            <a:r>
              <a:rPr lang="en-IN" sz="2800" dirty="0">
                <a:latin typeface="Bell MT" panose="02020503060305020303" pitchFamily="18" charset="0"/>
              </a:rPr>
              <a:t>Conversions</a:t>
            </a:r>
          </a:p>
          <a:p>
            <a:pPr marL="285750" indent="-285750">
              <a:buFont typeface="Arial" panose="020B0604020202020204" pitchFamily="34" charset="0"/>
              <a:buChar char="•"/>
            </a:pPr>
            <a:r>
              <a:rPr lang="en-IN" sz="2800" dirty="0">
                <a:latin typeface="Bell MT" panose="02020503060305020303" pitchFamily="18" charset="0"/>
              </a:rPr>
              <a:t>Seasonality</a:t>
            </a:r>
          </a:p>
          <a:p>
            <a:pPr marL="285750" indent="-285750">
              <a:buFont typeface="Arial" panose="020B0604020202020204" pitchFamily="34" charset="0"/>
              <a:buChar char="•"/>
            </a:pPr>
            <a:r>
              <a:rPr lang="en-IN" sz="2800" dirty="0">
                <a:latin typeface="Bell MT" panose="02020503060305020303" pitchFamily="18" charset="0"/>
              </a:rPr>
              <a:t>Holidays</a:t>
            </a:r>
          </a:p>
          <a:p>
            <a:pPr marL="285750" indent="-285750">
              <a:buFont typeface="Arial" panose="020B0604020202020204" pitchFamily="34" charset="0"/>
              <a:buChar char="•"/>
            </a:pPr>
            <a:r>
              <a:rPr lang="en-IN" sz="2800" dirty="0">
                <a:latin typeface="Bell MT" panose="02020503060305020303" pitchFamily="18" charset="0"/>
              </a:rPr>
              <a:t>Revenue Attribution</a:t>
            </a:r>
          </a:p>
          <a:p>
            <a:pPr marL="285750" indent="-285750">
              <a:buFont typeface="Arial" panose="020B0604020202020204" pitchFamily="34" charset="0"/>
              <a:buChar char="•"/>
            </a:pPr>
            <a:r>
              <a:rPr lang="en-IN" sz="2800" dirty="0">
                <a:latin typeface="Bell MT" panose="02020503060305020303" pitchFamily="18" charset="0"/>
              </a:rPr>
              <a:t>Budget Planning</a:t>
            </a:r>
          </a:p>
        </p:txBody>
      </p:sp>
      <p:cxnSp>
        <p:nvCxnSpPr>
          <p:cNvPr id="7" name="Straight Connector 6">
            <a:extLst>
              <a:ext uri="{FF2B5EF4-FFF2-40B4-BE49-F238E27FC236}">
                <a16:creationId xmlns:a16="http://schemas.microsoft.com/office/drawing/2014/main" id="{F440CCF6-4B0A-E218-191A-1D4E67E30CB0}"/>
              </a:ext>
            </a:extLst>
          </p:cNvPr>
          <p:cNvCxnSpPr/>
          <p:nvPr/>
        </p:nvCxnSpPr>
        <p:spPr>
          <a:xfrm>
            <a:off x="6096000" y="751840"/>
            <a:ext cx="0" cy="5273040"/>
          </a:xfrm>
          <a:prstGeom prst="line">
            <a:avLst/>
          </a:prstGeom>
          <a:ln>
            <a:solidFill>
              <a:srgbClr val="B33351"/>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55759911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ntr" presetSubtype="16"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circle(in)">
                                      <p:cBhvr>
                                        <p:cTn id="7" dur="20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descr="A close-up of a pink and white background">
            <a:extLst>
              <a:ext uri="{FF2B5EF4-FFF2-40B4-BE49-F238E27FC236}">
                <a16:creationId xmlns:a16="http://schemas.microsoft.com/office/drawing/2014/main" id="{156EBDAF-00B3-10BA-3D33-E6AAC7BDD65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6" name="TextBox 5">
            <a:extLst>
              <a:ext uri="{FF2B5EF4-FFF2-40B4-BE49-F238E27FC236}">
                <a16:creationId xmlns:a16="http://schemas.microsoft.com/office/drawing/2014/main" id="{D56BA117-F5BF-19F3-E45E-62FB4DCC2280}"/>
              </a:ext>
            </a:extLst>
          </p:cNvPr>
          <p:cNvSpPr txBox="1"/>
          <p:nvPr/>
        </p:nvSpPr>
        <p:spPr>
          <a:xfrm>
            <a:off x="2875280" y="2721114"/>
            <a:ext cx="7163371" cy="707886"/>
          </a:xfrm>
          <a:prstGeom prst="rect">
            <a:avLst/>
          </a:prstGeom>
          <a:noFill/>
        </p:spPr>
        <p:txBody>
          <a:bodyPr wrap="none" rtlCol="0">
            <a:spAutoFit/>
          </a:bodyPr>
          <a:lstStyle/>
          <a:p>
            <a:r>
              <a:rPr lang="en-IN" sz="4000" dirty="0">
                <a:solidFill>
                  <a:srgbClr val="9C2C47"/>
                </a:solidFill>
                <a:latin typeface="Bell MT" panose="02020503060305020303" pitchFamily="18" charset="0"/>
              </a:rPr>
              <a:t>DDL (Data Definition Language</a:t>
            </a:r>
            <a:r>
              <a:rPr lang="en-IN" sz="4000" dirty="0">
                <a:solidFill>
                  <a:srgbClr val="9C2C47"/>
                </a:solidFill>
              </a:rPr>
              <a:t>)</a:t>
            </a:r>
          </a:p>
        </p:txBody>
      </p:sp>
    </p:spTree>
    <p:extLst>
      <p:ext uri="{BB962C8B-B14F-4D97-AF65-F5344CB8AC3E}">
        <p14:creationId xmlns:p14="http://schemas.microsoft.com/office/powerpoint/2010/main" val="134842136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mph" presetSubtype="0" fill="hold" grpId="0" nodeType="clickEffect">
                                  <p:stCondLst>
                                    <p:cond delay="0"/>
                                  </p:stCondLst>
                                  <p:childTnLst>
                                    <p:animScale>
                                      <p:cBhvr>
                                        <p:cTn id="6" dur="2000" fill="hold"/>
                                        <p:tgtEl>
                                          <p:spTgt spid="6"/>
                                        </p:tgtEl>
                                      </p:cBhvr>
                                      <p:by x="150000" y="15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descr="A close-up of a pink leaf">
            <a:extLst>
              <a:ext uri="{FF2B5EF4-FFF2-40B4-BE49-F238E27FC236}">
                <a16:creationId xmlns:a16="http://schemas.microsoft.com/office/drawing/2014/main" id="{FA69D8A2-E967-1AD9-1CFC-9B821528985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5186" y="-164130"/>
            <a:ext cx="12297186" cy="7038618"/>
          </a:xfrm>
          <a:prstGeom prst="rect">
            <a:avLst/>
          </a:prstGeom>
        </p:spPr>
      </p:pic>
      <p:pic>
        <p:nvPicPr>
          <p:cNvPr id="8" name="Picture 7">
            <a:extLst>
              <a:ext uri="{FF2B5EF4-FFF2-40B4-BE49-F238E27FC236}">
                <a16:creationId xmlns:a16="http://schemas.microsoft.com/office/drawing/2014/main" id="{66672D7F-595C-E680-6881-E597C5BB7B20}"/>
              </a:ext>
            </a:extLst>
          </p:cNvPr>
          <p:cNvPicPr>
            <a:picLocks noChangeAspect="1"/>
          </p:cNvPicPr>
          <p:nvPr/>
        </p:nvPicPr>
        <p:blipFill>
          <a:blip r:embed="rId3"/>
          <a:stretch>
            <a:fillRect/>
          </a:stretch>
        </p:blipFill>
        <p:spPr>
          <a:xfrm>
            <a:off x="740237" y="1598692"/>
            <a:ext cx="3985605" cy="1950720"/>
          </a:xfrm>
          <a:prstGeom prst="rect">
            <a:avLst/>
          </a:prstGeom>
        </p:spPr>
      </p:pic>
      <p:sp>
        <p:nvSpPr>
          <p:cNvPr id="9" name="TextBox 8">
            <a:extLst>
              <a:ext uri="{FF2B5EF4-FFF2-40B4-BE49-F238E27FC236}">
                <a16:creationId xmlns:a16="http://schemas.microsoft.com/office/drawing/2014/main" id="{743582E0-D1C1-1D1C-66E9-85EE93D8265A}"/>
              </a:ext>
            </a:extLst>
          </p:cNvPr>
          <p:cNvSpPr txBox="1"/>
          <p:nvPr/>
        </p:nvSpPr>
        <p:spPr>
          <a:xfrm>
            <a:off x="597997" y="613618"/>
            <a:ext cx="1382110" cy="923330"/>
          </a:xfrm>
          <a:prstGeom prst="rect">
            <a:avLst/>
          </a:prstGeom>
          <a:noFill/>
        </p:spPr>
        <p:txBody>
          <a:bodyPr wrap="none" rtlCol="0">
            <a:spAutoFit/>
          </a:bodyPr>
          <a:lstStyle/>
          <a:p>
            <a:r>
              <a:rPr lang="en-IN" b="1" dirty="0">
                <a:solidFill>
                  <a:srgbClr val="9C2C47"/>
                </a:solidFill>
              </a:rPr>
              <a:t>TABLES</a:t>
            </a:r>
          </a:p>
          <a:p>
            <a:endParaRPr lang="en-IN" b="1" dirty="0">
              <a:solidFill>
                <a:srgbClr val="9C2C47"/>
              </a:solidFill>
            </a:endParaRPr>
          </a:p>
          <a:p>
            <a:r>
              <a:rPr lang="en-IN" b="1" dirty="0">
                <a:solidFill>
                  <a:srgbClr val="9C2C47"/>
                </a:solidFill>
              </a:rPr>
              <a:t>CHANNELS</a:t>
            </a:r>
          </a:p>
        </p:txBody>
      </p:sp>
      <p:cxnSp>
        <p:nvCxnSpPr>
          <p:cNvPr id="13" name="Straight Connector 12">
            <a:extLst>
              <a:ext uri="{FF2B5EF4-FFF2-40B4-BE49-F238E27FC236}">
                <a16:creationId xmlns:a16="http://schemas.microsoft.com/office/drawing/2014/main" id="{13499CDA-6BE1-6FA9-972C-18FB5CD133E7}"/>
              </a:ext>
            </a:extLst>
          </p:cNvPr>
          <p:cNvCxnSpPr>
            <a:cxnSpLocks/>
          </p:cNvCxnSpPr>
          <p:nvPr/>
        </p:nvCxnSpPr>
        <p:spPr>
          <a:xfrm>
            <a:off x="583477" y="3569732"/>
            <a:ext cx="4299123" cy="0"/>
          </a:xfrm>
          <a:prstGeom prst="line">
            <a:avLst/>
          </a:prstGeom>
          <a:ln>
            <a:solidFill>
              <a:srgbClr val="B33351"/>
            </a:solidFill>
          </a:ln>
        </p:spPr>
        <p:style>
          <a:lnRef idx="2">
            <a:schemeClr val="accent1"/>
          </a:lnRef>
          <a:fillRef idx="0">
            <a:schemeClr val="accent1"/>
          </a:fillRef>
          <a:effectRef idx="1">
            <a:schemeClr val="accent1"/>
          </a:effectRef>
          <a:fontRef idx="minor">
            <a:schemeClr val="tx1"/>
          </a:fontRef>
        </p:style>
      </p:cxnSp>
      <p:sp>
        <p:nvSpPr>
          <p:cNvPr id="15" name="TextBox 14">
            <a:extLst>
              <a:ext uri="{FF2B5EF4-FFF2-40B4-BE49-F238E27FC236}">
                <a16:creationId xmlns:a16="http://schemas.microsoft.com/office/drawing/2014/main" id="{780AD987-9969-6F30-F254-D16E0EC960E2}"/>
              </a:ext>
            </a:extLst>
          </p:cNvPr>
          <p:cNvSpPr txBox="1"/>
          <p:nvPr/>
        </p:nvSpPr>
        <p:spPr>
          <a:xfrm>
            <a:off x="583477" y="3747535"/>
            <a:ext cx="2272802" cy="369332"/>
          </a:xfrm>
          <a:prstGeom prst="rect">
            <a:avLst/>
          </a:prstGeom>
          <a:noFill/>
        </p:spPr>
        <p:txBody>
          <a:bodyPr wrap="none" rtlCol="0">
            <a:spAutoFit/>
          </a:bodyPr>
          <a:lstStyle/>
          <a:p>
            <a:r>
              <a:rPr lang="en-IN" b="1" dirty="0">
                <a:solidFill>
                  <a:srgbClr val="9C2C47"/>
                </a:solidFill>
              </a:rPr>
              <a:t>Revenue Attribution</a:t>
            </a:r>
          </a:p>
        </p:txBody>
      </p:sp>
      <p:pic>
        <p:nvPicPr>
          <p:cNvPr id="18" name="Picture 17">
            <a:extLst>
              <a:ext uri="{FF2B5EF4-FFF2-40B4-BE49-F238E27FC236}">
                <a16:creationId xmlns:a16="http://schemas.microsoft.com/office/drawing/2014/main" id="{8D778AB3-D2CA-8769-2AE7-C77F664B6F9C}"/>
              </a:ext>
            </a:extLst>
          </p:cNvPr>
          <p:cNvPicPr>
            <a:picLocks noChangeAspect="1"/>
          </p:cNvPicPr>
          <p:nvPr/>
        </p:nvPicPr>
        <p:blipFill>
          <a:blip r:embed="rId4"/>
          <a:stretch>
            <a:fillRect/>
          </a:stretch>
        </p:blipFill>
        <p:spPr>
          <a:xfrm>
            <a:off x="597997" y="4257045"/>
            <a:ext cx="4320914" cy="2617443"/>
          </a:xfrm>
          <a:prstGeom prst="rect">
            <a:avLst/>
          </a:prstGeom>
        </p:spPr>
      </p:pic>
      <p:pic>
        <p:nvPicPr>
          <p:cNvPr id="21" name="Picture 20">
            <a:extLst>
              <a:ext uri="{FF2B5EF4-FFF2-40B4-BE49-F238E27FC236}">
                <a16:creationId xmlns:a16="http://schemas.microsoft.com/office/drawing/2014/main" id="{6DA5B038-BE99-A258-9D68-2F257739BD12}"/>
              </a:ext>
            </a:extLst>
          </p:cNvPr>
          <p:cNvPicPr>
            <a:picLocks noChangeAspect="1"/>
          </p:cNvPicPr>
          <p:nvPr/>
        </p:nvPicPr>
        <p:blipFill>
          <a:blip r:embed="rId5"/>
          <a:stretch>
            <a:fillRect/>
          </a:stretch>
        </p:blipFill>
        <p:spPr>
          <a:xfrm>
            <a:off x="6077473" y="1622584"/>
            <a:ext cx="3934612" cy="1830308"/>
          </a:xfrm>
          <a:prstGeom prst="rect">
            <a:avLst/>
          </a:prstGeom>
        </p:spPr>
      </p:pic>
      <p:sp>
        <p:nvSpPr>
          <p:cNvPr id="22" name="TextBox 21">
            <a:extLst>
              <a:ext uri="{FF2B5EF4-FFF2-40B4-BE49-F238E27FC236}">
                <a16:creationId xmlns:a16="http://schemas.microsoft.com/office/drawing/2014/main" id="{0F31797A-8803-D38C-88AA-6574782EBCF4}"/>
              </a:ext>
            </a:extLst>
          </p:cNvPr>
          <p:cNvSpPr txBox="1"/>
          <p:nvPr/>
        </p:nvSpPr>
        <p:spPr>
          <a:xfrm>
            <a:off x="6096000" y="1229360"/>
            <a:ext cx="1501501" cy="369332"/>
          </a:xfrm>
          <a:prstGeom prst="rect">
            <a:avLst/>
          </a:prstGeom>
          <a:noFill/>
        </p:spPr>
        <p:txBody>
          <a:bodyPr wrap="none" rtlCol="0">
            <a:spAutoFit/>
          </a:bodyPr>
          <a:lstStyle/>
          <a:p>
            <a:r>
              <a:rPr lang="en-IN" b="1" dirty="0">
                <a:solidFill>
                  <a:srgbClr val="9C2C47"/>
                </a:solidFill>
              </a:rPr>
              <a:t>Conversions</a:t>
            </a:r>
          </a:p>
        </p:txBody>
      </p:sp>
      <p:cxnSp>
        <p:nvCxnSpPr>
          <p:cNvPr id="23" name="Straight Connector 22">
            <a:extLst>
              <a:ext uri="{FF2B5EF4-FFF2-40B4-BE49-F238E27FC236}">
                <a16:creationId xmlns:a16="http://schemas.microsoft.com/office/drawing/2014/main" id="{7131EA30-654F-E7E5-3A0C-95969D339CA7}"/>
              </a:ext>
            </a:extLst>
          </p:cNvPr>
          <p:cNvCxnSpPr>
            <a:cxnSpLocks/>
          </p:cNvCxnSpPr>
          <p:nvPr/>
        </p:nvCxnSpPr>
        <p:spPr>
          <a:xfrm>
            <a:off x="5982922" y="3607356"/>
            <a:ext cx="4299123" cy="0"/>
          </a:xfrm>
          <a:prstGeom prst="line">
            <a:avLst/>
          </a:prstGeom>
          <a:ln>
            <a:solidFill>
              <a:srgbClr val="B33351"/>
            </a:solidFill>
          </a:ln>
        </p:spPr>
        <p:style>
          <a:lnRef idx="2">
            <a:schemeClr val="accent1"/>
          </a:lnRef>
          <a:fillRef idx="0">
            <a:schemeClr val="accent1"/>
          </a:fillRef>
          <a:effectRef idx="1">
            <a:schemeClr val="accent1"/>
          </a:effectRef>
          <a:fontRef idx="minor">
            <a:schemeClr val="tx1"/>
          </a:fontRef>
        </p:style>
      </p:cxnSp>
      <p:pic>
        <p:nvPicPr>
          <p:cNvPr id="26" name="Picture 25">
            <a:extLst>
              <a:ext uri="{FF2B5EF4-FFF2-40B4-BE49-F238E27FC236}">
                <a16:creationId xmlns:a16="http://schemas.microsoft.com/office/drawing/2014/main" id="{E9C29321-21B7-16A0-14B6-640DEFAECEF5}"/>
              </a:ext>
            </a:extLst>
          </p:cNvPr>
          <p:cNvPicPr>
            <a:picLocks noChangeAspect="1"/>
          </p:cNvPicPr>
          <p:nvPr/>
        </p:nvPicPr>
        <p:blipFill>
          <a:blip r:embed="rId6"/>
          <a:stretch>
            <a:fillRect/>
          </a:stretch>
        </p:blipFill>
        <p:spPr>
          <a:xfrm>
            <a:off x="6096000" y="4257045"/>
            <a:ext cx="4186045" cy="2326634"/>
          </a:xfrm>
          <a:prstGeom prst="rect">
            <a:avLst/>
          </a:prstGeom>
        </p:spPr>
      </p:pic>
      <p:sp>
        <p:nvSpPr>
          <p:cNvPr id="27" name="TextBox 26">
            <a:extLst>
              <a:ext uri="{FF2B5EF4-FFF2-40B4-BE49-F238E27FC236}">
                <a16:creationId xmlns:a16="http://schemas.microsoft.com/office/drawing/2014/main" id="{FB100A0F-49E6-FA27-0D1B-2C38DFC0071F}"/>
              </a:ext>
            </a:extLst>
          </p:cNvPr>
          <p:cNvSpPr txBox="1"/>
          <p:nvPr/>
        </p:nvSpPr>
        <p:spPr>
          <a:xfrm>
            <a:off x="6264956" y="3747535"/>
            <a:ext cx="1108509" cy="369332"/>
          </a:xfrm>
          <a:prstGeom prst="rect">
            <a:avLst/>
          </a:prstGeom>
          <a:noFill/>
        </p:spPr>
        <p:txBody>
          <a:bodyPr wrap="none" rtlCol="0">
            <a:spAutoFit/>
          </a:bodyPr>
          <a:lstStyle/>
          <a:p>
            <a:r>
              <a:rPr lang="en-IN" b="1" dirty="0">
                <a:solidFill>
                  <a:srgbClr val="9C2C47"/>
                </a:solidFill>
              </a:rPr>
              <a:t>Holidays</a:t>
            </a:r>
          </a:p>
        </p:txBody>
      </p:sp>
    </p:spTree>
    <p:extLst>
      <p:ext uri="{BB962C8B-B14F-4D97-AF65-F5344CB8AC3E}">
        <p14:creationId xmlns:p14="http://schemas.microsoft.com/office/powerpoint/2010/main" val="22576040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A close-up of a branch">
            <a:extLst>
              <a:ext uri="{FF2B5EF4-FFF2-40B4-BE49-F238E27FC236}">
                <a16:creationId xmlns:a16="http://schemas.microsoft.com/office/drawing/2014/main" id="{05300838-132B-B6A2-20CB-E455E427255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pic>
        <p:nvPicPr>
          <p:cNvPr id="6" name="Picture 5">
            <a:extLst>
              <a:ext uri="{FF2B5EF4-FFF2-40B4-BE49-F238E27FC236}">
                <a16:creationId xmlns:a16="http://schemas.microsoft.com/office/drawing/2014/main" id="{6D8AF929-D9EC-0AE0-4583-B8FA73D9AC99}"/>
              </a:ext>
            </a:extLst>
          </p:cNvPr>
          <p:cNvPicPr>
            <a:picLocks noChangeAspect="1"/>
          </p:cNvPicPr>
          <p:nvPr/>
        </p:nvPicPr>
        <p:blipFill>
          <a:blip r:embed="rId3"/>
          <a:stretch>
            <a:fillRect/>
          </a:stretch>
        </p:blipFill>
        <p:spPr>
          <a:xfrm>
            <a:off x="6411260" y="3902391"/>
            <a:ext cx="4976291" cy="2711056"/>
          </a:xfrm>
          <a:prstGeom prst="rect">
            <a:avLst/>
          </a:prstGeom>
        </p:spPr>
      </p:pic>
      <p:pic>
        <p:nvPicPr>
          <p:cNvPr id="9" name="Picture 8">
            <a:extLst>
              <a:ext uri="{FF2B5EF4-FFF2-40B4-BE49-F238E27FC236}">
                <a16:creationId xmlns:a16="http://schemas.microsoft.com/office/drawing/2014/main" id="{BDA07640-0F89-054C-CADC-525C1F4173D2}"/>
              </a:ext>
            </a:extLst>
          </p:cNvPr>
          <p:cNvPicPr>
            <a:picLocks noChangeAspect="1"/>
          </p:cNvPicPr>
          <p:nvPr/>
        </p:nvPicPr>
        <p:blipFill>
          <a:blip r:embed="rId4"/>
          <a:stretch>
            <a:fillRect/>
          </a:stretch>
        </p:blipFill>
        <p:spPr>
          <a:xfrm>
            <a:off x="6173675" y="777396"/>
            <a:ext cx="4715747" cy="2651604"/>
          </a:xfrm>
          <a:prstGeom prst="rect">
            <a:avLst/>
          </a:prstGeom>
        </p:spPr>
      </p:pic>
      <p:pic>
        <p:nvPicPr>
          <p:cNvPr id="17" name="Picture 16">
            <a:extLst>
              <a:ext uri="{FF2B5EF4-FFF2-40B4-BE49-F238E27FC236}">
                <a16:creationId xmlns:a16="http://schemas.microsoft.com/office/drawing/2014/main" id="{52ED2BD1-02BC-9CA4-CA3C-162A6C2FB8C2}"/>
              </a:ext>
            </a:extLst>
          </p:cNvPr>
          <p:cNvPicPr>
            <a:picLocks noChangeAspect="1"/>
          </p:cNvPicPr>
          <p:nvPr/>
        </p:nvPicPr>
        <p:blipFill>
          <a:blip r:embed="rId5"/>
          <a:stretch>
            <a:fillRect/>
          </a:stretch>
        </p:blipFill>
        <p:spPr>
          <a:xfrm>
            <a:off x="392934" y="777396"/>
            <a:ext cx="5387807" cy="3124995"/>
          </a:xfrm>
          <a:prstGeom prst="rect">
            <a:avLst/>
          </a:prstGeom>
        </p:spPr>
      </p:pic>
      <p:sp>
        <p:nvSpPr>
          <p:cNvPr id="18" name="TextBox 17">
            <a:extLst>
              <a:ext uri="{FF2B5EF4-FFF2-40B4-BE49-F238E27FC236}">
                <a16:creationId xmlns:a16="http://schemas.microsoft.com/office/drawing/2014/main" id="{93B57F60-7CF2-5F72-8FD2-FE5FC74E2735}"/>
              </a:ext>
            </a:extLst>
          </p:cNvPr>
          <p:cNvSpPr txBox="1"/>
          <p:nvPr/>
        </p:nvSpPr>
        <p:spPr>
          <a:xfrm>
            <a:off x="394741" y="244553"/>
            <a:ext cx="1884234" cy="369332"/>
          </a:xfrm>
          <a:prstGeom prst="rect">
            <a:avLst/>
          </a:prstGeom>
          <a:noFill/>
        </p:spPr>
        <p:txBody>
          <a:bodyPr wrap="none" rtlCol="0">
            <a:spAutoFit/>
          </a:bodyPr>
          <a:lstStyle/>
          <a:p>
            <a:r>
              <a:rPr lang="en-IN" b="1" dirty="0">
                <a:solidFill>
                  <a:srgbClr val="9C2C47"/>
                </a:solidFill>
              </a:rPr>
              <a:t>Budget Planning</a:t>
            </a:r>
            <a:endParaRPr lang="en-IN" dirty="0"/>
          </a:p>
        </p:txBody>
      </p:sp>
      <p:sp>
        <p:nvSpPr>
          <p:cNvPr id="19" name="TextBox 18">
            <a:extLst>
              <a:ext uri="{FF2B5EF4-FFF2-40B4-BE49-F238E27FC236}">
                <a16:creationId xmlns:a16="http://schemas.microsoft.com/office/drawing/2014/main" id="{DEC8DA85-FF0C-851C-57F3-F5C7BAA5B846}"/>
              </a:ext>
            </a:extLst>
          </p:cNvPr>
          <p:cNvSpPr txBox="1"/>
          <p:nvPr/>
        </p:nvSpPr>
        <p:spPr>
          <a:xfrm>
            <a:off x="6675120" y="244553"/>
            <a:ext cx="853119" cy="369332"/>
          </a:xfrm>
          <a:prstGeom prst="rect">
            <a:avLst/>
          </a:prstGeom>
          <a:noFill/>
        </p:spPr>
        <p:txBody>
          <a:bodyPr wrap="none" rtlCol="0">
            <a:spAutoFit/>
          </a:bodyPr>
          <a:lstStyle/>
          <a:p>
            <a:r>
              <a:rPr lang="en-IN" b="1" dirty="0">
                <a:solidFill>
                  <a:srgbClr val="9C2C47"/>
                </a:solidFill>
              </a:rPr>
              <a:t>Spend</a:t>
            </a:r>
          </a:p>
        </p:txBody>
      </p:sp>
      <p:sp>
        <p:nvSpPr>
          <p:cNvPr id="20" name="TextBox 19">
            <a:extLst>
              <a:ext uri="{FF2B5EF4-FFF2-40B4-BE49-F238E27FC236}">
                <a16:creationId xmlns:a16="http://schemas.microsoft.com/office/drawing/2014/main" id="{7EE32FF6-209D-02B0-E027-81F71207A5FE}"/>
              </a:ext>
            </a:extLst>
          </p:cNvPr>
          <p:cNvSpPr txBox="1"/>
          <p:nvPr/>
        </p:nvSpPr>
        <p:spPr>
          <a:xfrm>
            <a:off x="6411260" y="3592511"/>
            <a:ext cx="1374094" cy="369332"/>
          </a:xfrm>
          <a:prstGeom prst="rect">
            <a:avLst/>
          </a:prstGeom>
          <a:noFill/>
        </p:spPr>
        <p:txBody>
          <a:bodyPr wrap="none" rtlCol="0">
            <a:spAutoFit/>
          </a:bodyPr>
          <a:lstStyle/>
          <a:p>
            <a:r>
              <a:rPr lang="en-IN" b="1" dirty="0">
                <a:solidFill>
                  <a:srgbClr val="9C2C47"/>
                </a:solidFill>
              </a:rPr>
              <a:t>Campaigns</a:t>
            </a:r>
          </a:p>
        </p:txBody>
      </p:sp>
      <p:cxnSp>
        <p:nvCxnSpPr>
          <p:cNvPr id="22" name="Straight Connector 21">
            <a:extLst>
              <a:ext uri="{FF2B5EF4-FFF2-40B4-BE49-F238E27FC236}">
                <a16:creationId xmlns:a16="http://schemas.microsoft.com/office/drawing/2014/main" id="{F3C958AA-FDEE-6C96-84F0-023DD11F5376}"/>
              </a:ext>
            </a:extLst>
          </p:cNvPr>
          <p:cNvCxnSpPr/>
          <p:nvPr/>
        </p:nvCxnSpPr>
        <p:spPr>
          <a:xfrm>
            <a:off x="6096000" y="3454400"/>
            <a:ext cx="5291551" cy="0"/>
          </a:xfrm>
          <a:prstGeom prst="line">
            <a:avLst/>
          </a:prstGeom>
          <a:ln>
            <a:solidFill>
              <a:srgbClr val="B33351"/>
            </a:solidFill>
          </a:ln>
        </p:spPr>
        <p:style>
          <a:lnRef idx="2">
            <a:schemeClr val="accent1"/>
          </a:lnRef>
          <a:fillRef idx="0">
            <a:schemeClr val="accent1"/>
          </a:fillRef>
          <a:effectRef idx="1">
            <a:schemeClr val="accent1"/>
          </a:effectRef>
          <a:fontRef idx="minor">
            <a:schemeClr val="tx1"/>
          </a:fontRef>
        </p:style>
      </p:cxnSp>
      <p:cxnSp>
        <p:nvCxnSpPr>
          <p:cNvPr id="25" name="Straight Connector 24">
            <a:extLst>
              <a:ext uri="{FF2B5EF4-FFF2-40B4-BE49-F238E27FC236}">
                <a16:creationId xmlns:a16="http://schemas.microsoft.com/office/drawing/2014/main" id="{B5973A01-6F29-3798-4124-F82F84D46FAA}"/>
              </a:ext>
            </a:extLst>
          </p:cNvPr>
          <p:cNvCxnSpPr/>
          <p:nvPr/>
        </p:nvCxnSpPr>
        <p:spPr>
          <a:xfrm>
            <a:off x="5994400" y="613885"/>
            <a:ext cx="0" cy="5268755"/>
          </a:xfrm>
          <a:prstGeom prst="line">
            <a:avLst/>
          </a:prstGeom>
          <a:ln>
            <a:solidFill>
              <a:srgbClr val="B33351"/>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9224534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A close-up of a pink and white background">
            <a:extLst>
              <a:ext uri="{FF2B5EF4-FFF2-40B4-BE49-F238E27FC236}">
                <a16:creationId xmlns:a16="http://schemas.microsoft.com/office/drawing/2014/main" id="{A6756259-F2B1-1E9C-1AC5-CFD8B931242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4" name="TextBox 3">
            <a:extLst>
              <a:ext uri="{FF2B5EF4-FFF2-40B4-BE49-F238E27FC236}">
                <a16:creationId xmlns:a16="http://schemas.microsoft.com/office/drawing/2014/main" id="{4DA696A6-DB4E-367F-4E61-A65AA76F8D49}"/>
              </a:ext>
            </a:extLst>
          </p:cNvPr>
          <p:cNvSpPr txBox="1"/>
          <p:nvPr/>
        </p:nvSpPr>
        <p:spPr>
          <a:xfrm>
            <a:off x="2387600" y="2721114"/>
            <a:ext cx="7942495" cy="707886"/>
          </a:xfrm>
          <a:prstGeom prst="rect">
            <a:avLst/>
          </a:prstGeom>
          <a:noFill/>
        </p:spPr>
        <p:txBody>
          <a:bodyPr wrap="none" rtlCol="0">
            <a:spAutoFit/>
          </a:bodyPr>
          <a:lstStyle/>
          <a:p>
            <a:r>
              <a:rPr lang="en-IN" sz="4000" dirty="0">
                <a:solidFill>
                  <a:srgbClr val="9C2C47"/>
                </a:solidFill>
                <a:latin typeface="Bell MT" panose="02020503060305020303" pitchFamily="18" charset="0"/>
              </a:rPr>
              <a:t>DML (Data Manipulation Language)</a:t>
            </a:r>
          </a:p>
        </p:txBody>
      </p:sp>
    </p:spTree>
    <p:extLst>
      <p:ext uri="{BB962C8B-B14F-4D97-AF65-F5344CB8AC3E}">
        <p14:creationId xmlns:p14="http://schemas.microsoft.com/office/powerpoint/2010/main" val="248992848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mph" presetSubtype="0" fill="hold" grpId="0" nodeType="clickEffect">
                                  <p:stCondLst>
                                    <p:cond delay="0"/>
                                  </p:stCondLst>
                                  <p:childTnLst>
                                    <p:animScale>
                                      <p:cBhvr>
                                        <p:cTn id="6" dur="2000" fill="hold"/>
                                        <p:tgtEl>
                                          <p:spTgt spid="4"/>
                                        </p:tgtEl>
                                      </p:cBhvr>
                                      <p:by x="150000" y="15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 name="Picture 19" descr="A pink and white background&#10;&#10;AI-generated content may be incorrect.">
            <a:extLst>
              <a:ext uri="{FF2B5EF4-FFF2-40B4-BE49-F238E27FC236}">
                <a16:creationId xmlns:a16="http://schemas.microsoft.com/office/drawing/2014/main" id="{695AB7B5-6F80-7737-4C24-4687A3536B2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0320" y="0"/>
            <a:ext cx="12192000" cy="6858000"/>
          </a:xfrm>
          <a:prstGeom prst="rect">
            <a:avLst/>
          </a:prstGeom>
        </p:spPr>
      </p:pic>
      <p:pic>
        <p:nvPicPr>
          <p:cNvPr id="11" name="Picture 10">
            <a:extLst>
              <a:ext uri="{FF2B5EF4-FFF2-40B4-BE49-F238E27FC236}">
                <a16:creationId xmlns:a16="http://schemas.microsoft.com/office/drawing/2014/main" id="{3A02179C-FBF8-2365-FECD-CD1DB1B7E4FA}"/>
              </a:ext>
            </a:extLst>
          </p:cNvPr>
          <p:cNvPicPr>
            <a:picLocks noChangeAspect="1"/>
          </p:cNvPicPr>
          <p:nvPr/>
        </p:nvPicPr>
        <p:blipFill>
          <a:blip r:embed="rId3"/>
          <a:stretch>
            <a:fillRect/>
          </a:stretch>
        </p:blipFill>
        <p:spPr>
          <a:xfrm>
            <a:off x="6133910" y="2068718"/>
            <a:ext cx="5222482" cy="2720564"/>
          </a:xfrm>
          <a:prstGeom prst="roundRect">
            <a:avLst>
              <a:gd name="adj" fmla="val 8594"/>
            </a:avLst>
          </a:prstGeom>
          <a:solidFill>
            <a:srgbClr val="FFFFFF">
              <a:shade val="85000"/>
            </a:srgbClr>
          </a:solidFill>
          <a:ln>
            <a:noFill/>
          </a:ln>
          <a:effectLst>
            <a:outerShdw blurRad="50800" dist="38100" dir="2700000" algn="tl" rotWithShape="0">
              <a:prstClr val="black">
                <a:alpha val="40000"/>
              </a:prstClr>
            </a:outerShdw>
            <a:reflection blurRad="12700" stA="38000" endPos="28000" dist="5000" dir="5400000" sy="-100000" algn="bl" rotWithShape="0"/>
          </a:effectLst>
        </p:spPr>
      </p:pic>
      <p:sp>
        <p:nvSpPr>
          <p:cNvPr id="18" name="TextBox 17">
            <a:extLst>
              <a:ext uri="{FF2B5EF4-FFF2-40B4-BE49-F238E27FC236}">
                <a16:creationId xmlns:a16="http://schemas.microsoft.com/office/drawing/2014/main" id="{A7F9CA58-A1F9-183A-526E-7657F7087408}"/>
              </a:ext>
            </a:extLst>
          </p:cNvPr>
          <p:cNvSpPr txBox="1"/>
          <p:nvPr/>
        </p:nvSpPr>
        <p:spPr>
          <a:xfrm>
            <a:off x="904724" y="670560"/>
            <a:ext cx="2235099" cy="523220"/>
          </a:xfrm>
          <a:prstGeom prst="rect">
            <a:avLst/>
          </a:prstGeom>
          <a:noFill/>
        </p:spPr>
        <p:txBody>
          <a:bodyPr wrap="none" rtlCol="0">
            <a:spAutoFit/>
          </a:bodyPr>
          <a:lstStyle/>
          <a:p>
            <a:r>
              <a:rPr lang="en-IN" sz="2800" b="1" u="sng" dirty="0">
                <a:solidFill>
                  <a:srgbClr val="9C2C47"/>
                </a:solidFill>
                <a:latin typeface="Bell MT" panose="02020503060305020303" pitchFamily="18" charset="0"/>
              </a:rPr>
              <a:t>INSERTING</a:t>
            </a:r>
          </a:p>
        </p:txBody>
      </p:sp>
      <p:pic>
        <p:nvPicPr>
          <p:cNvPr id="6" name="Picture 5">
            <a:extLst>
              <a:ext uri="{FF2B5EF4-FFF2-40B4-BE49-F238E27FC236}">
                <a16:creationId xmlns:a16="http://schemas.microsoft.com/office/drawing/2014/main" id="{FE34BAAA-39C4-2DBA-0C2F-4DD3016426A6}"/>
              </a:ext>
            </a:extLst>
          </p:cNvPr>
          <p:cNvPicPr>
            <a:picLocks noChangeAspect="1"/>
          </p:cNvPicPr>
          <p:nvPr/>
        </p:nvPicPr>
        <p:blipFill>
          <a:blip r:embed="rId4"/>
          <a:stretch>
            <a:fillRect/>
          </a:stretch>
        </p:blipFill>
        <p:spPr>
          <a:xfrm>
            <a:off x="835608" y="2027499"/>
            <a:ext cx="4797985" cy="2803002"/>
          </a:xfrm>
          <a:prstGeom prst="roundRect">
            <a:avLst>
              <a:gd name="adj" fmla="val 8594"/>
            </a:avLst>
          </a:prstGeom>
          <a:solidFill>
            <a:srgbClr val="FFFFFF">
              <a:shade val="85000"/>
            </a:srgbClr>
          </a:solidFill>
          <a:ln>
            <a:noFill/>
          </a:ln>
          <a:effectLst>
            <a:outerShdw blurRad="50800" dist="38100" dir="2700000" algn="tl" rotWithShape="0">
              <a:prstClr val="black">
                <a:alpha val="40000"/>
              </a:prstClr>
            </a:outerShdw>
            <a:reflection blurRad="12700" stA="38000" endPos="28000" dist="5000" dir="5400000" sy="-100000" algn="bl" rotWithShape="0"/>
          </a:effectLst>
        </p:spPr>
      </p:pic>
      <p:sp>
        <p:nvSpPr>
          <p:cNvPr id="22" name="TextBox 21">
            <a:extLst>
              <a:ext uri="{FF2B5EF4-FFF2-40B4-BE49-F238E27FC236}">
                <a16:creationId xmlns:a16="http://schemas.microsoft.com/office/drawing/2014/main" id="{40E4D597-DDD6-807B-9F0E-DEFFB6171292}"/>
              </a:ext>
            </a:extLst>
          </p:cNvPr>
          <p:cNvSpPr txBox="1"/>
          <p:nvPr/>
        </p:nvSpPr>
        <p:spPr>
          <a:xfrm>
            <a:off x="980161" y="1528465"/>
            <a:ext cx="2215350" cy="646331"/>
          </a:xfrm>
          <a:prstGeom prst="rect">
            <a:avLst/>
          </a:prstGeom>
          <a:noFill/>
        </p:spPr>
        <p:txBody>
          <a:bodyPr wrap="none" rtlCol="0">
            <a:spAutoFit/>
          </a:bodyPr>
          <a:lstStyle/>
          <a:p>
            <a:r>
              <a:rPr lang="en-IN" b="1" dirty="0"/>
              <a:t>In</a:t>
            </a:r>
            <a:r>
              <a:rPr lang="en-IN" b="1" dirty="0">
                <a:solidFill>
                  <a:srgbClr val="9C2C47"/>
                </a:solidFill>
              </a:rPr>
              <a:t> CHANNELS </a:t>
            </a:r>
            <a:r>
              <a:rPr lang="en-IN" b="1" dirty="0"/>
              <a:t>table</a:t>
            </a:r>
          </a:p>
          <a:p>
            <a:endParaRPr lang="en-IN" dirty="0"/>
          </a:p>
        </p:txBody>
      </p:sp>
    </p:spTree>
    <p:extLst>
      <p:ext uri="{BB962C8B-B14F-4D97-AF65-F5344CB8AC3E}">
        <p14:creationId xmlns:p14="http://schemas.microsoft.com/office/powerpoint/2010/main" val="332227720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 name="Picture 10" descr="A pink and white background">
            <a:extLst>
              <a:ext uri="{FF2B5EF4-FFF2-40B4-BE49-F238E27FC236}">
                <a16:creationId xmlns:a16="http://schemas.microsoft.com/office/drawing/2014/main" id="{B62F3EFB-08CC-321D-F62F-D63730FB023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27746"/>
            <a:ext cx="12192000" cy="6885746"/>
          </a:xfrm>
          <a:prstGeom prst="rect">
            <a:avLst/>
          </a:prstGeom>
        </p:spPr>
      </p:pic>
      <p:pic>
        <p:nvPicPr>
          <p:cNvPr id="4" name="Picture 3">
            <a:extLst>
              <a:ext uri="{FF2B5EF4-FFF2-40B4-BE49-F238E27FC236}">
                <a16:creationId xmlns:a16="http://schemas.microsoft.com/office/drawing/2014/main" id="{F21DD177-6AE7-7DCF-DD5B-0EE4F8A73BF0}"/>
              </a:ext>
            </a:extLst>
          </p:cNvPr>
          <p:cNvPicPr>
            <a:picLocks noChangeAspect="1"/>
          </p:cNvPicPr>
          <p:nvPr/>
        </p:nvPicPr>
        <p:blipFill>
          <a:blip r:embed="rId3"/>
          <a:stretch>
            <a:fillRect/>
          </a:stretch>
        </p:blipFill>
        <p:spPr>
          <a:xfrm>
            <a:off x="201657" y="1523835"/>
            <a:ext cx="5536203" cy="3347161"/>
          </a:xfrm>
          <a:prstGeom prst="roundRect">
            <a:avLst>
              <a:gd name="adj" fmla="val 8594"/>
            </a:avLst>
          </a:prstGeom>
          <a:solidFill>
            <a:srgbClr val="FFFFFF">
              <a:shade val="85000"/>
            </a:srgbClr>
          </a:solidFill>
          <a:ln>
            <a:noFill/>
          </a:ln>
          <a:effectLst>
            <a:outerShdw blurRad="50800" dist="38100" dir="2700000" algn="tl" rotWithShape="0">
              <a:prstClr val="black">
                <a:alpha val="40000"/>
              </a:prstClr>
            </a:outerShdw>
            <a:reflection blurRad="12700" stA="38000" endPos="28000" dist="5000" dir="5400000" sy="-100000" algn="bl" rotWithShape="0"/>
          </a:effectLst>
        </p:spPr>
      </p:pic>
      <p:pic>
        <p:nvPicPr>
          <p:cNvPr id="9" name="Picture 8">
            <a:extLst>
              <a:ext uri="{FF2B5EF4-FFF2-40B4-BE49-F238E27FC236}">
                <a16:creationId xmlns:a16="http://schemas.microsoft.com/office/drawing/2014/main" id="{25CBE406-B348-88FC-CB91-CD32B0393390}"/>
              </a:ext>
            </a:extLst>
          </p:cNvPr>
          <p:cNvPicPr>
            <a:picLocks noChangeAspect="1"/>
          </p:cNvPicPr>
          <p:nvPr/>
        </p:nvPicPr>
        <p:blipFill>
          <a:blip r:embed="rId4"/>
          <a:stretch>
            <a:fillRect/>
          </a:stretch>
        </p:blipFill>
        <p:spPr>
          <a:xfrm>
            <a:off x="6784317" y="1523835"/>
            <a:ext cx="4401843" cy="2835027"/>
          </a:xfrm>
          <a:prstGeom prst="roundRect">
            <a:avLst>
              <a:gd name="adj" fmla="val 8594"/>
            </a:avLst>
          </a:prstGeom>
          <a:solidFill>
            <a:srgbClr val="FFFFFF">
              <a:shade val="85000"/>
            </a:srgbClr>
          </a:solidFill>
          <a:ln>
            <a:noFill/>
          </a:ln>
          <a:effectLst>
            <a:outerShdw blurRad="50800" dist="38100" dir="2700000" algn="tl" rotWithShape="0">
              <a:prstClr val="black">
                <a:alpha val="40000"/>
              </a:prstClr>
            </a:outerShdw>
            <a:reflection blurRad="12700" stA="38000" endPos="28000" dist="5000" dir="5400000" sy="-100000" algn="bl" rotWithShape="0"/>
          </a:effectLst>
        </p:spPr>
      </p:pic>
      <p:sp>
        <p:nvSpPr>
          <p:cNvPr id="12" name="TextBox 11">
            <a:extLst>
              <a:ext uri="{FF2B5EF4-FFF2-40B4-BE49-F238E27FC236}">
                <a16:creationId xmlns:a16="http://schemas.microsoft.com/office/drawing/2014/main" id="{C7C372BF-167A-8474-1685-A1244F07357D}"/>
              </a:ext>
            </a:extLst>
          </p:cNvPr>
          <p:cNvSpPr txBox="1"/>
          <p:nvPr/>
        </p:nvSpPr>
        <p:spPr>
          <a:xfrm>
            <a:off x="985520" y="954875"/>
            <a:ext cx="2096215" cy="369332"/>
          </a:xfrm>
          <a:prstGeom prst="rect">
            <a:avLst/>
          </a:prstGeom>
          <a:noFill/>
        </p:spPr>
        <p:txBody>
          <a:bodyPr wrap="none" rtlCol="0">
            <a:spAutoFit/>
          </a:bodyPr>
          <a:lstStyle/>
          <a:p>
            <a:r>
              <a:rPr lang="en-IN" b="1" dirty="0"/>
              <a:t>In</a:t>
            </a:r>
            <a:r>
              <a:rPr lang="en-IN" b="1" dirty="0">
                <a:solidFill>
                  <a:srgbClr val="9C2C47"/>
                </a:solidFill>
              </a:rPr>
              <a:t> HOLIDAYS </a:t>
            </a:r>
            <a:r>
              <a:rPr lang="en-IN" b="1" dirty="0"/>
              <a:t>table</a:t>
            </a:r>
          </a:p>
        </p:txBody>
      </p:sp>
    </p:spTree>
    <p:extLst>
      <p:ext uri="{BB962C8B-B14F-4D97-AF65-F5344CB8AC3E}">
        <p14:creationId xmlns:p14="http://schemas.microsoft.com/office/powerpoint/2010/main" val="260415133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descr="A pink and white background">
            <a:extLst>
              <a:ext uri="{FF2B5EF4-FFF2-40B4-BE49-F238E27FC236}">
                <a16:creationId xmlns:a16="http://schemas.microsoft.com/office/drawing/2014/main" id="{D1E8EB7C-086F-4F03-08B6-091A43FB45B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6" name="TextBox 5">
            <a:extLst>
              <a:ext uri="{FF2B5EF4-FFF2-40B4-BE49-F238E27FC236}">
                <a16:creationId xmlns:a16="http://schemas.microsoft.com/office/drawing/2014/main" id="{3F60A6B6-4C4D-F07F-9893-2E187BA85F4D}"/>
              </a:ext>
            </a:extLst>
          </p:cNvPr>
          <p:cNvSpPr txBox="1"/>
          <p:nvPr/>
        </p:nvSpPr>
        <p:spPr>
          <a:xfrm>
            <a:off x="1000125" y="742950"/>
            <a:ext cx="2318968" cy="646331"/>
          </a:xfrm>
          <a:prstGeom prst="rect">
            <a:avLst/>
          </a:prstGeom>
          <a:noFill/>
        </p:spPr>
        <p:txBody>
          <a:bodyPr wrap="none" rtlCol="0">
            <a:spAutoFit/>
          </a:bodyPr>
          <a:lstStyle/>
          <a:p>
            <a:r>
              <a:rPr lang="en-IN" b="1" dirty="0"/>
              <a:t>In</a:t>
            </a:r>
            <a:r>
              <a:rPr lang="en-IN" b="1" dirty="0">
                <a:solidFill>
                  <a:srgbClr val="9C2C47"/>
                </a:solidFill>
              </a:rPr>
              <a:t> CAMPAIGNS </a:t>
            </a:r>
            <a:r>
              <a:rPr lang="en-IN" b="1" dirty="0"/>
              <a:t>table</a:t>
            </a:r>
          </a:p>
          <a:p>
            <a:endParaRPr lang="en-IN" dirty="0"/>
          </a:p>
        </p:txBody>
      </p:sp>
      <p:pic>
        <p:nvPicPr>
          <p:cNvPr id="9" name="Picture 8">
            <a:extLst>
              <a:ext uri="{FF2B5EF4-FFF2-40B4-BE49-F238E27FC236}">
                <a16:creationId xmlns:a16="http://schemas.microsoft.com/office/drawing/2014/main" id="{A39872BC-F3F7-BFB5-8051-DFA18D047494}"/>
              </a:ext>
            </a:extLst>
          </p:cNvPr>
          <p:cNvPicPr>
            <a:picLocks noChangeAspect="1"/>
          </p:cNvPicPr>
          <p:nvPr/>
        </p:nvPicPr>
        <p:blipFill>
          <a:blip r:embed="rId3"/>
          <a:stretch>
            <a:fillRect/>
          </a:stretch>
        </p:blipFill>
        <p:spPr>
          <a:xfrm>
            <a:off x="535011" y="1860962"/>
            <a:ext cx="5246664" cy="2566788"/>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pic>
        <p:nvPicPr>
          <p:cNvPr id="12" name="Picture 11">
            <a:extLst>
              <a:ext uri="{FF2B5EF4-FFF2-40B4-BE49-F238E27FC236}">
                <a16:creationId xmlns:a16="http://schemas.microsoft.com/office/drawing/2014/main" id="{3E15C1AF-44C5-2C20-01EE-49A08D708618}"/>
              </a:ext>
            </a:extLst>
          </p:cNvPr>
          <p:cNvPicPr>
            <a:picLocks noChangeAspect="1"/>
          </p:cNvPicPr>
          <p:nvPr/>
        </p:nvPicPr>
        <p:blipFill>
          <a:blip r:embed="rId4"/>
          <a:stretch>
            <a:fillRect/>
          </a:stretch>
        </p:blipFill>
        <p:spPr>
          <a:xfrm>
            <a:off x="6096000" y="1836582"/>
            <a:ext cx="5924550" cy="2769319"/>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spTree>
    <p:extLst>
      <p:ext uri="{BB962C8B-B14F-4D97-AF65-F5344CB8AC3E}">
        <p14:creationId xmlns:p14="http://schemas.microsoft.com/office/powerpoint/2010/main" val="307112856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A pink and white background">
            <a:extLst>
              <a:ext uri="{FF2B5EF4-FFF2-40B4-BE49-F238E27FC236}">
                <a16:creationId xmlns:a16="http://schemas.microsoft.com/office/drawing/2014/main" id="{92E79BA6-6BB2-89AA-6970-6530F55D079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pic>
        <p:nvPicPr>
          <p:cNvPr id="6" name="Picture 5">
            <a:extLst>
              <a:ext uri="{FF2B5EF4-FFF2-40B4-BE49-F238E27FC236}">
                <a16:creationId xmlns:a16="http://schemas.microsoft.com/office/drawing/2014/main" id="{BC14444A-922C-3B46-26B9-90FEADDE3C41}"/>
              </a:ext>
            </a:extLst>
          </p:cNvPr>
          <p:cNvPicPr>
            <a:picLocks noChangeAspect="1"/>
          </p:cNvPicPr>
          <p:nvPr/>
        </p:nvPicPr>
        <p:blipFill>
          <a:blip r:embed="rId3"/>
          <a:stretch>
            <a:fillRect/>
          </a:stretch>
        </p:blipFill>
        <p:spPr>
          <a:xfrm>
            <a:off x="6989251" y="1996324"/>
            <a:ext cx="4480948" cy="2674852"/>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pic>
        <p:nvPicPr>
          <p:cNvPr id="9" name="Picture 8">
            <a:extLst>
              <a:ext uri="{FF2B5EF4-FFF2-40B4-BE49-F238E27FC236}">
                <a16:creationId xmlns:a16="http://schemas.microsoft.com/office/drawing/2014/main" id="{3F2ECACD-B3C2-0262-A46E-5BB7D186BA67}"/>
              </a:ext>
            </a:extLst>
          </p:cNvPr>
          <p:cNvPicPr>
            <a:picLocks noChangeAspect="1"/>
          </p:cNvPicPr>
          <p:nvPr/>
        </p:nvPicPr>
        <p:blipFill>
          <a:blip r:embed="rId4"/>
          <a:stretch>
            <a:fillRect/>
          </a:stretch>
        </p:blipFill>
        <p:spPr>
          <a:xfrm>
            <a:off x="645535" y="1786756"/>
            <a:ext cx="6005080" cy="3093988"/>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sp>
        <p:nvSpPr>
          <p:cNvPr id="10" name="TextBox 9">
            <a:extLst>
              <a:ext uri="{FF2B5EF4-FFF2-40B4-BE49-F238E27FC236}">
                <a16:creationId xmlns:a16="http://schemas.microsoft.com/office/drawing/2014/main" id="{B882711E-69DD-9651-B95A-304D7EE7D5DA}"/>
              </a:ext>
            </a:extLst>
          </p:cNvPr>
          <p:cNvSpPr txBox="1"/>
          <p:nvPr/>
        </p:nvSpPr>
        <p:spPr>
          <a:xfrm>
            <a:off x="800100" y="962025"/>
            <a:ext cx="1728037" cy="369332"/>
          </a:xfrm>
          <a:prstGeom prst="rect">
            <a:avLst/>
          </a:prstGeom>
          <a:noFill/>
        </p:spPr>
        <p:txBody>
          <a:bodyPr wrap="none" rtlCol="0">
            <a:spAutoFit/>
          </a:bodyPr>
          <a:lstStyle/>
          <a:p>
            <a:r>
              <a:rPr lang="en-US" b="1" dirty="0"/>
              <a:t> in</a:t>
            </a:r>
            <a:r>
              <a:rPr lang="en-US" b="1" dirty="0">
                <a:solidFill>
                  <a:srgbClr val="B33351"/>
                </a:solidFill>
              </a:rPr>
              <a:t> Spend </a:t>
            </a:r>
            <a:r>
              <a:rPr lang="en-US" b="1" dirty="0"/>
              <a:t>table</a:t>
            </a:r>
            <a:endParaRPr lang="en-IN" b="1" dirty="0"/>
          </a:p>
        </p:txBody>
      </p:sp>
    </p:spTree>
    <p:extLst>
      <p:ext uri="{BB962C8B-B14F-4D97-AF65-F5344CB8AC3E}">
        <p14:creationId xmlns:p14="http://schemas.microsoft.com/office/powerpoint/2010/main" val="289664845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A pink and white background&#10;&#10;AI-generated content may be incorrect.">
            <a:extLst>
              <a:ext uri="{FF2B5EF4-FFF2-40B4-BE49-F238E27FC236}">
                <a16:creationId xmlns:a16="http://schemas.microsoft.com/office/drawing/2014/main" id="{505DEB34-97F7-D598-25FF-1CBAF438A2B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pic>
        <p:nvPicPr>
          <p:cNvPr id="6" name="Picture 5">
            <a:extLst>
              <a:ext uri="{FF2B5EF4-FFF2-40B4-BE49-F238E27FC236}">
                <a16:creationId xmlns:a16="http://schemas.microsoft.com/office/drawing/2014/main" id="{B63457F2-2988-A8A0-3E2D-A40ABAFDFBD3}"/>
              </a:ext>
            </a:extLst>
          </p:cNvPr>
          <p:cNvPicPr>
            <a:picLocks noChangeAspect="1"/>
          </p:cNvPicPr>
          <p:nvPr/>
        </p:nvPicPr>
        <p:blipFill>
          <a:blip r:embed="rId3"/>
          <a:stretch>
            <a:fillRect/>
          </a:stretch>
        </p:blipFill>
        <p:spPr>
          <a:xfrm>
            <a:off x="557909" y="2358466"/>
            <a:ext cx="5913632" cy="1882303"/>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pic>
        <p:nvPicPr>
          <p:cNvPr id="9" name="Picture 8">
            <a:extLst>
              <a:ext uri="{FF2B5EF4-FFF2-40B4-BE49-F238E27FC236}">
                <a16:creationId xmlns:a16="http://schemas.microsoft.com/office/drawing/2014/main" id="{E9A78CFC-CB40-C25F-F5E3-0575CA3CAA08}"/>
              </a:ext>
            </a:extLst>
          </p:cNvPr>
          <p:cNvPicPr>
            <a:picLocks noChangeAspect="1"/>
          </p:cNvPicPr>
          <p:nvPr/>
        </p:nvPicPr>
        <p:blipFill>
          <a:blip r:embed="rId4"/>
          <a:stretch>
            <a:fillRect/>
          </a:stretch>
        </p:blipFill>
        <p:spPr>
          <a:xfrm>
            <a:off x="6943388" y="1840110"/>
            <a:ext cx="3886537" cy="2758679"/>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sp>
        <p:nvSpPr>
          <p:cNvPr id="10" name="TextBox 9">
            <a:extLst>
              <a:ext uri="{FF2B5EF4-FFF2-40B4-BE49-F238E27FC236}">
                <a16:creationId xmlns:a16="http://schemas.microsoft.com/office/drawing/2014/main" id="{31603779-A62A-4D84-1EA0-70409C3A2EC6}"/>
              </a:ext>
            </a:extLst>
          </p:cNvPr>
          <p:cNvSpPr txBox="1"/>
          <p:nvPr/>
        </p:nvSpPr>
        <p:spPr>
          <a:xfrm>
            <a:off x="1114425" y="1076325"/>
            <a:ext cx="2618153" cy="646331"/>
          </a:xfrm>
          <a:prstGeom prst="rect">
            <a:avLst/>
          </a:prstGeom>
          <a:noFill/>
        </p:spPr>
        <p:txBody>
          <a:bodyPr wrap="none" rtlCol="0">
            <a:spAutoFit/>
          </a:bodyPr>
          <a:lstStyle/>
          <a:p>
            <a:r>
              <a:rPr lang="en-IN" b="1" dirty="0"/>
              <a:t>In</a:t>
            </a:r>
            <a:r>
              <a:rPr lang="en-IN" b="1" dirty="0">
                <a:solidFill>
                  <a:srgbClr val="9C2C47"/>
                </a:solidFill>
              </a:rPr>
              <a:t> CONVERSIONS </a:t>
            </a:r>
            <a:r>
              <a:rPr lang="en-IN" b="1" dirty="0"/>
              <a:t>table</a:t>
            </a:r>
          </a:p>
          <a:p>
            <a:endParaRPr lang="en-IN" dirty="0"/>
          </a:p>
        </p:txBody>
      </p:sp>
    </p:spTree>
    <p:extLst>
      <p:ext uri="{BB962C8B-B14F-4D97-AF65-F5344CB8AC3E}">
        <p14:creationId xmlns:p14="http://schemas.microsoft.com/office/powerpoint/2010/main" val="208162912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A pink and white background">
            <a:extLst>
              <a:ext uri="{FF2B5EF4-FFF2-40B4-BE49-F238E27FC236}">
                <a16:creationId xmlns:a16="http://schemas.microsoft.com/office/drawing/2014/main" id="{EBF0DD26-F230-8A9B-9C69-2C861AD66F5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60330"/>
          </a:xfrm>
          <a:prstGeom prst="rect">
            <a:avLst/>
          </a:prstGeom>
        </p:spPr>
      </p:pic>
      <p:pic>
        <p:nvPicPr>
          <p:cNvPr id="6" name="Picture 5">
            <a:extLst>
              <a:ext uri="{FF2B5EF4-FFF2-40B4-BE49-F238E27FC236}">
                <a16:creationId xmlns:a16="http://schemas.microsoft.com/office/drawing/2014/main" id="{59969001-4AF3-C633-DADF-94800DE9B165}"/>
              </a:ext>
            </a:extLst>
          </p:cNvPr>
          <p:cNvPicPr>
            <a:picLocks noChangeAspect="1"/>
          </p:cNvPicPr>
          <p:nvPr/>
        </p:nvPicPr>
        <p:blipFill>
          <a:blip r:embed="rId3"/>
          <a:stretch>
            <a:fillRect/>
          </a:stretch>
        </p:blipFill>
        <p:spPr>
          <a:xfrm>
            <a:off x="327565" y="2036338"/>
            <a:ext cx="5922943" cy="2644369"/>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pic>
        <p:nvPicPr>
          <p:cNvPr id="9" name="Picture 8">
            <a:extLst>
              <a:ext uri="{FF2B5EF4-FFF2-40B4-BE49-F238E27FC236}">
                <a16:creationId xmlns:a16="http://schemas.microsoft.com/office/drawing/2014/main" id="{6899D4DC-4459-E233-AF61-DE8D2F79EC3F}"/>
              </a:ext>
            </a:extLst>
          </p:cNvPr>
          <p:cNvPicPr>
            <a:picLocks noChangeAspect="1"/>
          </p:cNvPicPr>
          <p:nvPr/>
        </p:nvPicPr>
        <p:blipFill>
          <a:blip r:embed="rId4"/>
          <a:stretch>
            <a:fillRect/>
          </a:stretch>
        </p:blipFill>
        <p:spPr>
          <a:xfrm>
            <a:off x="6578072" y="2036338"/>
            <a:ext cx="5366035" cy="2468987"/>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sp>
        <p:nvSpPr>
          <p:cNvPr id="10" name="TextBox 9">
            <a:extLst>
              <a:ext uri="{FF2B5EF4-FFF2-40B4-BE49-F238E27FC236}">
                <a16:creationId xmlns:a16="http://schemas.microsoft.com/office/drawing/2014/main" id="{48022803-1118-B41D-E79A-4FFD73F3504E}"/>
              </a:ext>
            </a:extLst>
          </p:cNvPr>
          <p:cNvSpPr txBox="1"/>
          <p:nvPr/>
        </p:nvSpPr>
        <p:spPr>
          <a:xfrm>
            <a:off x="600075" y="1219200"/>
            <a:ext cx="2485489" cy="646331"/>
          </a:xfrm>
          <a:prstGeom prst="rect">
            <a:avLst/>
          </a:prstGeom>
          <a:noFill/>
        </p:spPr>
        <p:txBody>
          <a:bodyPr wrap="none" rtlCol="0">
            <a:spAutoFit/>
          </a:bodyPr>
          <a:lstStyle/>
          <a:p>
            <a:r>
              <a:rPr lang="en-IN" b="1" dirty="0"/>
              <a:t>In</a:t>
            </a:r>
            <a:r>
              <a:rPr lang="en-IN" b="1" dirty="0">
                <a:solidFill>
                  <a:srgbClr val="9C2C47"/>
                </a:solidFill>
              </a:rPr>
              <a:t> SEASONALITY </a:t>
            </a:r>
            <a:r>
              <a:rPr lang="en-IN" b="1" dirty="0"/>
              <a:t>table</a:t>
            </a:r>
          </a:p>
          <a:p>
            <a:endParaRPr lang="en-IN" dirty="0"/>
          </a:p>
        </p:txBody>
      </p:sp>
    </p:spTree>
    <p:extLst>
      <p:ext uri="{BB962C8B-B14F-4D97-AF65-F5344CB8AC3E}">
        <p14:creationId xmlns:p14="http://schemas.microsoft.com/office/powerpoint/2010/main" val="166607304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A close-up of a pink and white background">
            <a:extLst>
              <a:ext uri="{FF2B5EF4-FFF2-40B4-BE49-F238E27FC236}">
                <a16:creationId xmlns:a16="http://schemas.microsoft.com/office/drawing/2014/main" id="{E5534D53-C38C-4A90-A552-4BC10ED014B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10347"/>
            <a:ext cx="12192000" cy="6868347"/>
          </a:xfrm>
          <a:prstGeom prst="rect">
            <a:avLst/>
          </a:prstGeom>
        </p:spPr>
      </p:pic>
      <p:sp>
        <p:nvSpPr>
          <p:cNvPr id="4" name="TextBox 3">
            <a:extLst>
              <a:ext uri="{FF2B5EF4-FFF2-40B4-BE49-F238E27FC236}">
                <a16:creationId xmlns:a16="http://schemas.microsoft.com/office/drawing/2014/main" id="{D54AA58D-2065-FC61-D5DA-42DB3CA194EB}"/>
              </a:ext>
            </a:extLst>
          </p:cNvPr>
          <p:cNvSpPr txBox="1"/>
          <p:nvPr/>
        </p:nvSpPr>
        <p:spPr>
          <a:xfrm>
            <a:off x="3007360" y="2715940"/>
            <a:ext cx="6360587" cy="707886"/>
          </a:xfrm>
          <a:prstGeom prst="rect">
            <a:avLst/>
          </a:prstGeom>
          <a:noFill/>
        </p:spPr>
        <p:txBody>
          <a:bodyPr wrap="none" rtlCol="0">
            <a:spAutoFit/>
          </a:bodyPr>
          <a:lstStyle/>
          <a:p>
            <a:r>
              <a:rPr lang="en-IN" sz="4000" dirty="0">
                <a:solidFill>
                  <a:srgbClr val="9C2C47"/>
                </a:solidFill>
                <a:latin typeface="Bell MT" panose="02020503060305020303" pitchFamily="18" charset="0"/>
              </a:rPr>
              <a:t>Data Aggregation &amp; Analysis</a:t>
            </a:r>
          </a:p>
        </p:txBody>
      </p:sp>
    </p:spTree>
    <p:extLst>
      <p:ext uri="{BB962C8B-B14F-4D97-AF65-F5344CB8AC3E}">
        <p14:creationId xmlns:p14="http://schemas.microsoft.com/office/powerpoint/2010/main" val="338345389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A pink and white watercolor painting">
            <a:extLst>
              <a:ext uri="{FF2B5EF4-FFF2-40B4-BE49-F238E27FC236}">
                <a16:creationId xmlns:a16="http://schemas.microsoft.com/office/drawing/2014/main" id="{0253F021-E5C3-8183-C0A4-361088CAB11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1"/>
            <a:ext cx="12192000" cy="6857999"/>
          </a:xfrm>
          <a:prstGeom prst="rect">
            <a:avLst/>
          </a:prstGeom>
        </p:spPr>
      </p:pic>
      <p:sp>
        <p:nvSpPr>
          <p:cNvPr id="4" name="Rectangle: Rounded Corners 3">
            <a:extLst>
              <a:ext uri="{FF2B5EF4-FFF2-40B4-BE49-F238E27FC236}">
                <a16:creationId xmlns:a16="http://schemas.microsoft.com/office/drawing/2014/main" id="{C645BAC5-45C7-9197-D964-E12B75A41CBD}"/>
              </a:ext>
            </a:extLst>
          </p:cNvPr>
          <p:cNvSpPr/>
          <p:nvPr/>
        </p:nvSpPr>
        <p:spPr>
          <a:xfrm>
            <a:off x="1127760" y="1107440"/>
            <a:ext cx="7152640" cy="497840"/>
          </a:xfrm>
          <a:prstGeom prst="roundRect">
            <a:avLst/>
          </a:prstGeom>
          <a:solidFill>
            <a:srgbClr val="EFA3B9"/>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 </a:t>
            </a:r>
            <a:r>
              <a:rPr lang="en-US" dirty="0">
                <a:solidFill>
                  <a:schemeClr val="tx1"/>
                </a:solidFill>
              </a:rPr>
              <a:t>List all marketing channels and their types (Paid / Organic / Offline).</a:t>
            </a:r>
            <a:endParaRPr lang="en-IN" dirty="0">
              <a:solidFill>
                <a:schemeClr val="tx1"/>
              </a:solidFill>
            </a:endParaRPr>
          </a:p>
        </p:txBody>
      </p:sp>
      <p:pic>
        <p:nvPicPr>
          <p:cNvPr id="7" name="Picture 6">
            <a:extLst>
              <a:ext uri="{FF2B5EF4-FFF2-40B4-BE49-F238E27FC236}">
                <a16:creationId xmlns:a16="http://schemas.microsoft.com/office/drawing/2014/main" id="{48C21E04-5D3F-5CA0-329A-650C3F4260B1}"/>
              </a:ext>
            </a:extLst>
          </p:cNvPr>
          <p:cNvPicPr>
            <a:picLocks noChangeAspect="1"/>
          </p:cNvPicPr>
          <p:nvPr/>
        </p:nvPicPr>
        <p:blipFill>
          <a:blip r:embed="rId3"/>
          <a:stretch>
            <a:fillRect/>
          </a:stretch>
        </p:blipFill>
        <p:spPr>
          <a:xfrm>
            <a:off x="1330960" y="2666999"/>
            <a:ext cx="4511039" cy="1524001"/>
          </a:xfrm>
          <a:prstGeom prst="round2DiagRect">
            <a:avLst>
              <a:gd name="adj1" fmla="val 16667"/>
              <a:gd name="adj2" fmla="val 0"/>
            </a:avLst>
          </a:prstGeom>
          <a:ln w="88900" cap="sq">
            <a:solidFill>
              <a:srgbClr val="FFFFFF"/>
            </a:solidFill>
            <a:miter lim="800000"/>
          </a:ln>
          <a:effectLst>
            <a:outerShdw blurRad="254000" algn="tl" rotWithShape="0">
              <a:srgbClr val="000000">
                <a:alpha val="43000"/>
              </a:srgbClr>
            </a:outerShdw>
          </a:effectLst>
        </p:spPr>
      </p:pic>
      <p:pic>
        <p:nvPicPr>
          <p:cNvPr id="10" name="Picture 9">
            <a:extLst>
              <a:ext uri="{FF2B5EF4-FFF2-40B4-BE49-F238E27FC236}">
                <a16:creationId xmlns:a16="http://schemas.microsoft.com/office/drawing/2014/main" id="{2CA4253C-2136-34C7-DA55-EEDC373F4535}"/>
              </a:ext>
            </a:extLst>
          </p:cNvPr>
          <p:cNvPicPr>
            <a:picLocks noChangeAspect="1"/>
          </p:cNvPicPr>
          <p:nvPr/>
        </p:nvPicPr>
        <p:blipFill>
          <a:blip r:embed="rId4"/>
          <a:stretch>
            <a:fillRect/>
          </a:stretch>
        </p:blipFill>
        <p:spPr>
          <a:xfrm>
            <a:off x="7574281" y="2316481"/>
            <a:ext cx="3007356" cy="3434079"/>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Tree>
    <p:extLst>
      <p:ext uri="{BB962C8B-B14F-4D97-AF65-F5344CB8AC3E}">
        <p14:creationId xmlns:p14="http://schemas.microsoft.com/office/powerpoint/2010/main" val="103359733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 calcmode="lin" valueType="num">
                                      <p:cBhvr>
                                        <p:cTn id="7" dur="500" fill="hold"/>
                                        <p:tgtEl>
                                          <p:spTgt spid="7"/>
                                        </p:tgtEl>
                                        <p:attrNameLst>
                                          <p:attrName>ppt_w</p:attrName>
                                        </p:attrNameLst>
                                      </p:cBhvr>
                                      <p:tavLst>
                                        <p:tav tm="0">
                                          <p:val>
                                            <p:fltVal val="0"/>
                                          </p:val>
                                        </p:tav>
                                        <p:tav tm="100000">
                                          <p:val>
                                            <p:strVal val="#ppt_w"/>
                                          </p:val>
                                        </p:tav>
                                      </p:tavLst>
                                    </p:anim>
                                    <p:anim calcmode="lin" valueType="num">
                                      <p:cBhvr>
                                        <p:cTn id="8" dur="500" fill="hold"/>
                                        <p:tgtEl>
                                          <p:spTgt spid="7"/>
                                        </p:tgtEl>
                                        <p:attrNameLst>
                                          <p:attrName>ppt_h</p:attrName>
                                        </p:attrNameLst>
                                      </p:cBhvr>
                                      <p:tavLst>
                                        <p:tav tm="0">
                                          <p:val>
                                            <p:fltVal val="0"/>
                                          </p:val>
                                        </p:tav>
                                        <p:tav tm="100000">
                                          <p:val>
                                            <p:strVal val="#ppt_h"/>
                                          </p:val>
                                        </p:tav>
                                      </p:tavLst>
                                    </p:anim>
                                    <p:animEffect transition="in" filter="fade">
                                      <p:cBhvr>
                                        <p:cTn id="9" dur="500"/>
                                        <p:tgtEl>
                                          <p:spTgt spid="7"/>
                                        </p:tgtEl>
                                      </p:cBhvr>
                                    </p:animEffect>
                                  </p:childTnLst>
                                </p:cTn>
                              </p:par>
                            </p:childTnLst>
                          </p:cTn>
                        </p:par>
                      </p:childTnLst>
                    </p:cTn>
                  </p:par>
                  <p:par>
                    <p:cTn id="10" fill="hold">
                      <p:stCondLst>
                        <p:cond delay="indefinite"/>
                      </p:stCondLst>
                      <p:childTnLst>
                        <p:par>
                          <p:cTn id="11" fill="hold">
                            <p:stCondLst>
                              <p:cond delay="0"/>
                            </p:stCondLst>
                            <p:childTnLst>
                              <p:par>
                                <p:cTn id="12" presetID="2" presetClass="entr" presetSubtype="4" fill="hold" nodeType="clickEffect">
                                  <p:stCondLst>
                                    <p:cond delay="0"/>
                                  </p:stCondLst>
                                  <p:childTnLst>
                                    <p:set>
                                      <p:cBhvr>
                                        <p:cTn id="13" dur="1" fill="hold">
                                          <p:stCondLst>
                                            <p:cond delay="0"/>
                                          </p:stCondLst>
                                        </p:cTn>
                                        <p:tgtEl>
                                          <p:spTgt spid="10"/>
                                        </p:tgtEl>
                                        <p:attrNameLst>
                                          <p:attrName>style.visibility</p:attrName>
                                        </p:attrNameLst>
                                      </p:cBhvr>
                                      <p:to>
                                        <p:strVal val="visible"/>
                                      </p:to>
                                    </p:set>
                                    <p:anim calcmode="lin" valueType="num">
                                      <p:cBhvr additive="base">
                                        <p:cTn id="14" dur="500" fill="hold"/>
                                        <p:tgtEl>
                                          <p:spTgt spid="10"/>
                                        </p:tgtEl>
                                        <p:attrNameLst>
                                          <p:attrName>ppt_x</p:attrName>
                                        </p:attrNameLst>
                                      </p:cBhvr>
                                      <p:tavLst>
                                        <p:tav tm="0">
                                          <p:val>
                                            <p:strVal val="#ppt_x"/>
                                          </p:val>
                                        </p:tav>
                                        <p:tav tm="100000">
                                          <p:val>
                                            <p:strVal val="#ppt_x"/>
                                          </p:val>
                                        </p:tav>
                                      </p:tavLst>
                                    </p:anim>
                                    <p:anim calcmode="lin" valueType="num">
                                      <p:cBhvr additive="base">
                                        <p:cTn id="15" dur="500" fill="hold"/>
                                        <p:tgtEl>
                                          <p:spTgt spid="10"/>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descr="A white background with pink dots&#10;&#10;AI-generated content may be incorrect.">
            <a:extLst>
              <a:ext uri="{FF2B5EF4-FFF2-40B4-BE49-F238E27FC236}">
                <a16:creationId xmlns:a16="http://schemas.microsoft.com/office/drawing/2014/main" id="{A151DE70-4FD2-4900-8C58-790EE6859F4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1999" cy="6858000"/>
          </a:xfrm>
          <a:prstGeom prst="rect">
            <a:avLst/>
          </a:prstGeom>
        </p:spPr>
      </p:pic>
      <p:pic>
        <p:nvPicPr>
          <p:cNvPr id="12" name="Picture 11">
            <a:extLst>
              <a:ext uri="{FF2B5EF4-FFF2-40B4-BE49-F238E27FC236}">
                <a16:creationId xmlns:a16="http://schemas.microsoft.com/office/drawing/2014/main" id="{A8E80877-B72B-1A4F-F077-982A1536A6A1}"/>
              </a:ext>
            </a:extLst>
          </p:cNvPr>
          <p:cNvPicPr>
            <a:picLocks noChangeAspect="1"/>
          </p:cNvPicPr>
          <p:nvPr/>
        </p:nvPicPr>
        <p:blipFill>
          <a:blip r:embed="rId3"/>
          <a:stretch>
            <a:fillRect/>
          </a:stretch>
        </p:blipFill>
        <p:spPr>
          <a:xfrm>
            <a:off x="2127344" y="1940378"/>
            <a:ext cx="3968655" cy="1869440"/>
          </a:xfrm>
          <a:prstGeom prst="round2DiagRect">
            <a:avLst>
              <a:gd name="adj1" fmla="val 16667"/>
              <a:gd name="adj2" fmla="val 0"/>
            </a:avLst>
          </a:prstGeom>
          <a:ln w="88900" cap="sq">
            <a:solidFill>
              <a:srgbClr val="FFFFFF"/>
            </a:solidFill>
            <a:miter lim="800000"/>
          </a:ln>
          <a:effectLst>
            <a:glow rad="101600">
              <a:srgbClr val="EFA3B9">
                <a:alpha val="60000"/>
              </a:srgbClr>
            </a:glow>
            <a:outerShdw blurRad="254000" algn="tl" rotWithShape="0">
              <a:srgbClr val="000000">
                <a:alpha val="43000"/>
              </a:srgbClr>
            </a:outerShdw>
          </a:effectLst>
        </p:spPr>
      </p:pic>
      <p:pic>
        <p:nvPicPr>
          <p:cNvPr id="15" name="Picture 14">
            <a:extLst>
              <a:ext uri="{FF2B5EF4-FFF2-40B4-BE49-F238E27FC236}">
                <a16:creationId xmlns:a16="http://schemas.microsoft.com/office/drawing/2014/main" id="{4E14C87F-C234-40CE-4353-9195EE3AEB61}"/>
              </a:ext>
            </a:extLst>
          </p:cNvPr>
          <p:cNvPicPr>
            <a:picLocks noChangeAspect="1"/>
          </p:cNvPicPr>
          <p:nvPr/>
        </p:nvPicPr>
        <p:blipFill>
          <a:blip r:embed="rId4"/>
          <a:stretch>
            <a:fillRect/>
          </a:stretch>
        </p:blipFill>
        <p:spPr>
          <a:xfrm>
            <a:off x="6624320" y="1940378"/>
            <a:ext cx="3261360" cy="3393622"/>
          </a:xfrm>
          <a:prstGeom prst="rect">
            <a:avLst/>
          </a:prstGeom>
          <a:solidFill>
            <a:srgbClr val="FFFFFF">
              <a:shade val="85000"/>
            </a:srgbClr>
          </a:solidFill>
          <a:ln w="88900" cap="sq">
            <a:solidFill>
              <a:srgbClr val="FFFFFF"/>
            </a:solidFill>
            <a:miter lim="800000"/>
          </a:ln>
          <a:effectLst>
            <a:glow rad="101600">
              <a:srgbClr val="EFA3B9">
                <a:alpha val="60000"/>
              </a:srgbClr>
            </a:glow>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
        <p:nvSpPr>
          <p:cNvPr id="16" name="Flowchart: Alternate Process 15">
            <a:extLst>
              <a:ext uri="{FF2B5EF4-FFF2-40B4-BE49-F238E27FC236}">
                <a16:creationId xmlns:a16="http://schemas.microsoft.com/office/drawing/2014/main" id="{62C977F4-A286-3ABD-4BCA-4231F727813F}"/>
              </a:ext>
            </a:extLst>
          </p:cNvPr>
          <p:cNvSpPr/>
          <p:nvPr/>
        </p:nvSpPr>
        <p:spPr>
          <a:xfrm>
            <a:off x="599440" y="756739"/>
            <a:ext cx="6502400" cy="426901"/>
          </a:xfrm>
          <a:prstGeom prst="flowChartAlternateProcess">
            <a:avLst/>
          </a:prstGeom>
          <a:solidFill>
            <a:srgbClr val="DC728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bg1"/>
                </a:solidFill>
              </a:rPr>
              <a:t> Show the top 10 highest-spend days across all campaigns</a:t>
            </a:r>
            <a:endParaRPr lang="en-IN" b="1" dirty="0">
              <a:solidFill>
                <a:schemeClr val="bg1"/>
              </a:solidFill>
            </a:endParaRPr>
          </a:p>
        </p:txBody>
      </p:sp>
    </p:spTree>
    <p:extLst>
      <p:ext uri="{BB962C8B-B14F-4D97-AF65-F5344CB8AC3E}">
        <p14:creationId xmlns:p14="http://schemas.microsoft.com/office/powerpoint/2010/main" val="97248904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A white background with pink dots">
            <a:extLst>
              <a:ext uri="{FF2B5EF4-FFF2-40B4-BE49-F238E27FC236}">
                <a16:creationId xmlns:a16="http://schemas.microsoft.com/office/drawing/2014/main" id="{F57B7000-3004-917C-5FCB-317E9E074E6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1999" cy="6858000"/>
          </a:xfrm>
          <a:prstGeom prst="rect">
            <a:avLst/>
          </a:prstGeom>
        </p:spPr>
      </p:pic>
      <p:pic>
        <p:nvPicPr>
          <p:cNvPr id="6" name="Picture 5">
            <a:extLst>
              <a:ext uri="{FF2B5EF4-FFF2-40B4-BE49-F238E27FC236}">
                <a16:creationId xmlns:a16="http://schemas.microsoft.com/office/drawing/2014/main" id="{97B63AD5-7A12-7500-72E0-417E5C12B156}"/>
              </a:ext>
            </a:extLst>
          </p:cNvPr>
          <p:cNvPicPr>
            <a:picLocks noChangeAspect="1"/>
          </p:cNvPicPr>
          <p:nvPr/>
        </p:nvPicPr>
        <p:blipFill>
          <a:blip r:embed="rId3"/>
          <a:stretch>
            <a:fillRect/>
          </a:stretch>
        </p:blipFill>
        <p:spPr>
          <a:xfrm>
            <a:off x="1019176" y="2169667"/>
            <a:ext cx="4951298" cy="1545083"/>
          </a:xfrm>
          <a:prstGeom prst="round2DiagRect">
            <a:avLst>
              <a:gd name="adj1" fmla="val 16667"/>
              <a:gd name="adj2" fmla="val 0"/>
            </a:avLst>
          </a:prstGeom>
          <a:ln w="88900" cap="sq">
            <a:solidFill>
              <a:srgbClr val="FFFFFF"/>
            </a:solidFill>
            <a:miter lim="800000"/>
          </a:ln>
          <a:effectLst>
            <a:glow rad="101600">
              <a:srgbClr val="EFA3B9">
                <a:alpha val="60000"/>
              </a:srgbClr>
            </a:glow>
            <a:outerShdw blurRad="254000" algn="tl" rotWithShape="0">
              <a:srgbClr val="000000">
                <a:alpha val="43000"/>
              </a:srgbClr>
            </a:outerShdw>
          </a:effectLst>
        </p:spPr>
      </p:pic>
      <p:pic>
        <p:nvPicPr>
          <p:cNvPr id="9" name="Picture 8">
            <a:extLst>
              <a:ext uri="{FF2B5EF4-FFF2-40B4-BE49-F238E27FC236}">
                <a16:creationId xmlns:a16="http://schemas.microsoft.com/office/drawing/2014/main" id="{9D961E37-51F3-3F95-2C35-EFC5906764D9}"/>
              </a:ext>
            </a:extLst>
          </p:cNvPr>
          <p:cNvPicPr>
            <a:picLocks noChangeAspect="1"/>
          </p:cNvPicPr>
          <p:nvPr/>
        </p:nvPicPr>
        <p:blipFill>
          <a:blip r:embed="rId4"/>
          <a:stretch>
            <a:fillRect/>
          </a:stretch>
        </p:blipFill>
        <p:spPr>
          <a:xfrm>
            <a:off x="6558968" y="2169667"/>
            <a:ext cx="4364506" cy="3650108"/>
          </a:xfrm>
          <a:prstGeom prst="rect">
            <a:avLst/>
          </a:prstGeom>
          <a:solidFill>
            <a:srgbClr val="FFFFFF">
              <a:shade val="85000"/>
            </a:srgbClr>
          </a:solidFill>
          <a:ln w="88900" cap="sq">
            <a:solidFill>
              <a:srgbClr val="FFFFFF"/>
            </a:solidFill>
            <a:miter lim="800000"/>
          </a:ln>
          <a:effectLst>
            <a:glow rad="101600">
              <a:srgbClr val="EFA3B9">
                <a:alpha val="60000"/>
              </a:srgbClr>
            </a:glow>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
        <p:nvSpPr>
          <p:cNvPr id="10" name="Rectangle: Rounded Corners 9">
            <a:extLst>
              <a:ext uri="{FF2B5EF4-FFF2-40B4-BE49-F238E27FC236}">
                <a16:creationId xmlns:a16="http://schemas.microsoft.com/office/drawing/2014/main" id="{811E10DD-8DE5-9790-AC4F-85225E6F3D3C}"/>
              </a:ext>
            </a:extLst>
          </p:cNvPr>
          <p:cNvSpPr/>
          <p:nvPr/>
        </p:nvSpPr>
        <p:spPr>
          <a:xfrm>
            <a:off x="914400" y="809625"/>
            <a:ext cx="6162675" cy="369332"/>
          </a:xfrm>
          <a:prstGeom prst="roundRect">
            <a:avLst/>
          </a:prstGeom>
          <a:solidFill>
            <a:srgbClr val="DC728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Show daily spend with campaign name and channel</a:t>
            </a:r>
            <a:endParaRPr lang="en-IN" dirty="0"/>
          </a:p>
        </p:txBody>
      </p:sp>
    </p:spTree>
    <p:extLst>
      <p:ext uri="{BB962C8B-B14F-4D97-AF65-F5344CB8AC3E}">
        <p14:creationId xmlns:p14="http://schemas.microsoft.com/office/powerpoint/2010/main" val="291386350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A white background with pink dots">
            <a:extLst>
              <a:ext uri="{FF2B5EF4-FFF2-40B4-BE49-F238E27FC236}">
                <a16:creationId xmlns:a16="http://schemas.microsoft.com/office/drawing/2014/main" id="{626D99A1-4EA0-EDB4-9EB6-7F7ADAFD590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273279" cy="6858000"/>
          </a:xfrm>
          <a:prstGeom prst="rect">
            <a:avLst/>
          </a:prstGeom>
        </p:spPr>
      </p:pic>
      <p:sp>
        <p:nvSpPr>
          <p:cNvPr id="4" name="Flowchart: Alternate Process 3">
            <a:extLst>
              <a:ext uri="{FF2B5EF4-FFF2-40B4-BE49-F238E27FC236}">
                <a16:creationId xmlns:a16="http://schemas.microsoft.com/office/drawing/2014/main" id="{96A73DE0-2402-6DCF-596F-302A70FAE6D0}"/>
              </a:ext>
            </a:extLst>
          </p:cNvPr>
          <p:cNvSpPr/>
          <p:nvPr/>
        </p:nvSpPr>
        <p:spPr>
          <a:xfrm>
            <a:off x="1524000" y="589280"/>
            <a:ext cx="3159760" cy="436880"/>
          </a:xfrm>
          <a:prstGeom prst="flowChartAlternateProcess">
            <a:avLst/>
          </a:prstGeom>
          <a:solidFill>
            <a:srgbClr val="DC728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dirty="0"/>
              <a:t>total spend per channel</a:t>
            </a:r>
          </a:p>
        </p:txBody>
      </p:sp>
      <p:pic>
        <p:nvPicPr>
          <p:cNvPr id="7" name="Picture 6">
            <a:extLst>
              <a:ext uri="{FF2B5EF4-FFF2-40B4-BE49-F238E27FC236}">
                <a16:creationId xmlns:a16="http://schemas.microsoft.com/office/drawing/2014/main" id="{14A5E8C3-EAEC-9ECD-F3D7-FBE2080A83BA}"/>
              </a:ext>
            </a:extLst>
          </p:cNvPr>
          <p:cNvPicPr>
            <a:picLocks noChangeAspect="1"/>
          </p:cNvPicPr>
          <p:nvPr/>
        </p:nvPicPr>
        <p:blipFill>
          <a:blip r:embed="rId3"/>
          <a:stretch>
            <a:fillRect/>
          </a:stretch>
        </p:blipFill>
        <p:spPr>
          <a:xfrm>
            <a:off x="1381760" y="1960880"/>
            <a:ext cx="4473300" cy="2011680"/>
          </a:xfrm>
          <a:prstGeom prst="round2DiagRect">
            <a:avLst>
              <a:gd name="adj1" fmla="val 16667"/>
              <a:gd name="adj2" fmla="val 0"/>
            </a:avLst>
          </a:prstGeom>
          <a:ln w="88900" cap="sq">
            <a:solidFill>
              <a:srgbClr val="FFFFFF"/>
            </a:solidFill>
            <a:miter lim="800000"/>
          </a:ln>
          <a:effectLst>
            <a:glow rad="101600">
              <a:srgbClr val="EFA3B9">
                <a:alpha val="60000"/>
              </a:srgbClr>
            </a:glow>
            <a:outerShdw blurRad="254000" algn="tl" rotWithShape="0">
              <a:srgbClr val="000000">
                <a:alpha val="43000"/>
              </a:srgbClr>
            </a:outerShdw>
          </a:effectLst>
        </p:spPr>
      </p:pic>
      <p:pic>
        <p:nvPicPr>
          <p:cNvPr id="10" name="Picture 9">
            <a:extLst>
              <a:ext uri="{FF2B5EF4-FFF2-40B4-BE49-F238E27FC236}">
                <a16:creationId xmlns:a16="http://schemas.microsoft.com/office/drawing/2014/main" id="{4341F556-8A05-F6DB-2443-8DBE76A2AE01}"/>
              </a:ext>
            </a:extLst>
          </p:cNvPr>
          <p:cNvPicPr>
            <a:picLocks noChangeAspect="1"/>
          </p:cNvPicPr>
          <p:nvPr/>
        </p:nvPicPr>
        <p:blipFill>
          <a:blip r:embed="rId4"/>
          <a:stretch>
            <a:fillRect/>
          </a:stretch>
        </p:blipFill>
        <p:spPr>
          <a:xfrm>
            <a:off x="6624320" y="1960880"/>
            <a:ext cx="3230880" cy="3027680"/>
          </a:xfrm>
          <a:prstGeom prst="rect">
            <a:avLst/>
          </a:prstGeom>
          <a:solidFill>
            <a:srgbClr val="FFFFFF">
              <a:shade val="85000"/>
            </a:srgbClr>
          </a:solidFill>
          <a:ln w="88900" cap="sq">
            <a:solidFill>
              <a:srgbClr val="FFFFFF"/>
            </a:solidFill>
            <a:miter lim="800000"/>
          </a:ln>
          <a:effectLst>
            <a:glow rad="101600">
              <a:srgbClr val="EFA3B9">
                <a:alpha val="60000"/>
              </a:srgbClr>
            </a:glow>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Tree>
    <p:extLst>
      <p:ext uri="{BB962C8B-B14F-4D97-AF65-F5344CB8AC3E}">
        <p14:creationId xmlns:p14="http://schemas.microsoft.com/office/powerpoint/2010/main" val="405893856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A white background with pink dots">
            <a:extLst>
              <a:ext uri="{FF2B5EF4-FFF2-40B4-BE49-F238E27FC236}">
                <a16:creationId xmlns:a16="http://schemas.microsoft.com/office/drawing/2014/main" id="{DBB234B2-622A-78D9-16EE-7AB8E92F95B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1999" cy="6858000"/>
          </a:xfrm>
          <a:prstGeom prst="rect">
            <a:avLst/>
          </a:prstGeom>
        </p:spPr>
      </p:pic>
      <p:sp>
        <p:nvSpPr>
          <p:cNvPr id="4" name="Flowchart: Alternate Process 3">
            <a:extLst>
              <a:ext uri="{FF2B5EF4-FFF2-40B4-BE49-F238E27FC236}">
                <a16:creationId xmlns:a16="http://schemas.microsoft.com/office/drawing/2014/main" id="{E3962E56-8BC9-148F-9A02-A0577449FD98}"/>
              </a:ext>
            </a:extLst>
          </p:cNvPr>
          <p:cNvSpPr/>
          <p:nvPr/>
        </p:nvSpPr>
        <p:spPr>
          <a:xfrm>
            <a:off x="1762759" y="660400"/>
            <a:ext cx="3718560" cy="416560"/>
          </a:xfrm>
          <a:prstGeom prst="flowChartAlternateProcess">
            <a:avLst/>
          </a:prstGeom>
          <a:solidFill>
            <a:srgbClr val="DC728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top 5 campaigns by budgets</a:t>
            </a:r>
            <a:endParaRPr lang="en-IN" dirty="0"/>
          </a:p>
        </p:txBody>
      </p:sp>
      <p:pic>
        <p:nvPicPr>
          <p:cNvPr id="7" name="Picture 6">
            <a:extLst>
              <a:ext uri="{FF2B5EF4-FFF2-40B4-BE49-F238E27FC236}">
                <a16:creationId xmlns:a16="http://schemas.microsoft.com/office/drawing/2014/main" id="{8992A9C6-FE5F-E431-0EC8-B1579C4950C1}"/>
              </a:ext>
            </a:extLst>
          </p:cNvPr>
          <p:cNvPicPr>
            <a:picLocks noChangeAspect="1"/>
          </p:cNvPicPr>
          <p:nvPr/>
        </p:nvPicPr>
        <p:blipFill>
          <a:blip r:embed="rId3"/>
          <a:stretch>
            <a:fillRect/>
          </a:stretch>
        </p:blipFill>
        <p:spPr>
          <a:xfrm>
            <a:off x="1762759" y="2286000"/>
            <a:ext cx="4078773" cy="1778762"/>
          </a:xfrm>
          <a:prstGeom prst="round2DiagRect">
            <a:avLst>
              <a:gd name="adj1" fmla="val 16667"/>
              <a:gd name="adj2" fmla="val 0"/>
            </a:avLst>
          </a:prstGeom>
          <a:ln w="88900" cap="sq">
            <a:solidFill>
              <a:srgbClr val="FFFFFF"/>
            </a:solidFill>
            <a:miter lim="800000"/>
          </a:ln>
          <a:effectLst>
            <a:glow rad="101600">
              <a:srgbClr val="EFA3B9">
                <a:alpha val="60000"/>
              </a:srgbClr>
            </a:glow>
            <a:outerShdw blurRad="254000" algn="tl" rotWithShape="0">
              <a:srgbClr val="000000">
                <a:alpha val="43000"/>
              </a:srgbClr>
            </a:outerShdw>
          </a:effectLst>
        </p:spPr>
      </p:pic>
      <p:pic>
        <p:nvPicPr>
          <p:cNvPr id="10" name="Picture 9">
            <a:extLst>
              <a:ext uri="{FF2B5EF4-FFF2-40B4-BE49-F238E27FC236}">
                <a16:creationId xmlns:a16="http://schemas.microsoft.com/office/drawing/2014/main" id="{28FF0095-304D-A3FB-B3C1-52E2D778F9B0}"/>
              </a:ext>
            </a:extLst>
          </p:cNvPr>
          <p:cNvPicPr>
            <a:picLocks noChangeAspect="1"/>
          </p:cNvPicPr>
          <p:nvPr/>
        </p:nvPicPr>
        <p:blipFill>
          <a:blip r:embed="rId4"/>
          <a:stretch>
            <a:fillRect/>
          </a:stretch>
        </p:blipFill>
        <p:spPr>
          <a:xfrm>
            <a:off x="6776720" y="2194560"/>
            <a:ext cx="2997200" cy="2761301"/>
          </a:xfrm>
          <a:prstGeom prst="rect">
            <a:avLst/>
          </a:prstGeom>
          <a:solidFill>
            <a:srgbClr val="FFFFFF">
              <a:shade val="85000"/>
            </a:srgbClr>
          </a:solidFill>
          <a:ln w="88900" cap="sq">
            <a:solidFill>
              <a:srgbClr val="FFFFFF"/>
            </a:solidFill>
            <a:miter lim="800000"/>
          </a:ln>
          <a:effectLst>
            <a:glow rad="101600">
              <a:srgbClr val="EFA3B9">
                <a:alpha val="60000"/>
              </a:srgbClr>
            </a:glow>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Tree>
    <p:extLst>
      <p:ext uri="{BB962C8B-B14F-4D97-AF65-F5344CB8AC3E}">
        <p14:creationId xmlns:p14="http://schemas.microsoft.com/office/powerpoint/2010/main" val="204918839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A white background with pink dots">
            <a:extLst>
              <a:ext uri="{FF2B5EF4-FFF2-40B4-BE49-F238E27FC236}">
                <a16:creationId xmlns:a16="http://schemas.microsoft.com/office/drawing/2014/main" id="{208D929B-EE8C-AEF7-4A21-A7F602C4AD5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1999" cy="6858000"/>
          </a:xfrm>
          <a:prstGeom prst="rect">
            <a:avLst/>
          </a:prstGeom>
        </p:spPr>
      </p:pic>
      <p:sp>
        <p:nvSpPr>
          <p:cNvPr id="4" name="Flowchart: Alternate Process 3">
            <a:extLst>
              <a:ext uri="{FF2B5EF4-FFF2-40B4-BE49-F238E27FC236}">
                <a16:creationId xmlns:a16="http://schemas.microsoft.com/office/drawing/2014/main" id="{6405F5D6-5F42-7A41-825C-BAB7E50D28B1}"/>
              </a:ext>
            </a:extLst>
          </p:cNvPr>
          <p:cNvSpPr/>
          <p:nvPr/>
        </p:nvSpPr>
        <p:spPr>
          <a:xfrm>
            <a:off x="1503679" y="467995"/>
            <a:ext cx="3554307" cy="447040"/>
          </a:xfrm>
          <a:prstGeom prst="flowChartAlternateProcess">
            <a:avLst/>
          </a:prstGeom>
          <a:solidFill>
            <a:srgbClr val="DC728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dirty="0"/>
              <a:t>revenue generated per channel</a:t>
            </a:r>
          </a:p>
        </p:txBody>
      </p:sp>
      <p:pic>
        <p:nvPicPr>
          <p:cNvPr id="7" name="Picture 6">
            <a:extLst>
              <a:ext uri="{FF2B5EF4-FFF2-40B4-BE49-F238E27FC236}">
                <a16:creationId xmlns:a16="http://schemas.microsoft.com/office/drawing/2014/main" id="{8D2023D9-026E-C3EF-BE4A-BDABE560567C}"/>
              </a:ext>
            </a:extLst>
          </p:cNvPr>
          <p:cNvPicPr>
            <a:picLocks noChangeAspect="1"/>
          </p:cNvPicPr>
          <p:nvPr/>
        </p:nvPicPr>
        <p:blipFill>
          <a:blip r:embed="rId3"/>
          <a:stretch>
            <a:fillRect/>
          </a:stretch>
        </p:blipFill>
        <p:spPr>
          <a:xfrm>
            <a:off x="1503679" y="1998859"/>
            <a:ext cx="4592320" cy="2103120"/>
          </a:xfrm>
          <a:prstGeom prst="round2DiagRect">
            <a:avLst>
              <a:gd name="adj1" fmla="val 16667"/>
              <a:gd name="adj2" fmla="val 0"/>
            </a:avLst>
          </a:prstGeom>
          <a:ln w="88900" cap="sq">
            <a:solidFill>
              <a:srgbClr val="FFFFFF"/>
            </a:solidFill>
            <a:miter lim="800000"/>
          </a:ln>
          <a:effectLst>
            <a:glow rad="101600">
              <a:srgbClr val="EFA3B9">
                <a:alpha val="60000"/>
              </a:srgbClr>
            </a:glow>
            <a:outerShdw blurRad="254000" algn="tl" rotWithShape="0">
              <a:srgbClr val="000000">
                <a:alpha val="43000"/>
              </a:srgbClr>
            </a:outerShdw>
          </a:effectLst>
        </p:spPr>
      </p:pic>
      <p:pic>
        <p:nvPicPr>
          <p:cNvPr id="11" name="Picture 10">
            <a:extLst>
              <a:ext uri="{FF2B5EF4-FFF2-40B4-BE49-F238E27FC236}">
                <a16:creationId xmlns:a16="http://schemas.microsoft.com/office/drawing/2014/main" id="{1ECC0D46-2E72-C3FE-E7A7-BAFD925A0404}"/>
              </a:ext>
            </a:extLst>
          </p:cNvPr>
          <p:cNvPicPr>
            <a:picLocks noChangeAspect="1"/>
          </p:cNvPicPr>
          <p:nvPr/>
        </p:nvPicPr>
        <p:blipFill>
          <a:blip r:embed="rId4"/>
          <a:stretch>
            <a:fillRect/>
          </a:stretch>
        </p:blipFill>
        <p:spPr>
          <a:xfrm>
            <a:off x="6955712" y="1998859"/>
            <a:ext cx="3173807" cy="2745861"/>
          </a:xfrm>
          <a:prstGeom prst="rect">
            <a:avLst/>
          </a:prstGeom>
          <a:solidFill>
            <a:srgbClr val="FFFFFF">
              <a:shade val="85000"/>
            </a:srgbClr>
          </a:solidFill>
          <a:ln w="88900" cap="sq">
            <a:solidFill>
              <a:srgbClr val="FFFFFF"/>
            </a:solidFill>
            <a:miter lim="800000"/>
          </a:ln>
          <a:effectLst>
            <a:glow rad="101600">
              <a:srgbClr val="EFA3B9">
                <a:alpha val="60000"/>
              </a:srgbClr>
            </a:glow>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Tree>
    <p:extLst>
      <p:ext uri="{BB962C8B-B14F-4D97-AF65-F5344CB8AC3E}">
        <p14:creationId xmlns:p14="http://schemas.microsoft.com/office/powerpoint/2010/main" val="371470124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A white background with pink dots">
            <a:extLst>
              <a:ext uri="{FF2B5EF4-FFF2-40B4-BE49-F238E27FC236}">
                <a16:creationId xmlns:a16="http://schemas.microsoft.com/office/drawing/2014/main" id="{A749E4A1-E146-4843-E4AF-34C037ED280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1120" y="0"/>
            <a:ext cx="12263119" cy="6858000"/>
          </a:xfrm>
          <a:prstGeom prst="rect">
            <a:avLst/>
          </a:prstGeom>
        </p:spPr>
      </p:pic>
      <p:sp>
        <p:nvSpPr>
          <p:cNvPr id="4" name="Flowchart: Alternate Process 3">
            <a:extLst>
              <a:ext uri="{FF2B5EF4-FFF2-40B4-BE49-F238E27FC236}">
                <a16:creationId xmlns:a16="http://schemas.microsoft.com/office/drawing/2014/main" id="{C7E74AB5-B919-7FA7-56BE-5BFF05993F4F}"/>
              </a:ext>
            </a:extLst>
          </p:cNvPr>
          <p:cNvSpPr/>
          <p:nvPr/>
        </p:nvSpPr>
        <p:spPr>
          <a:xfrm>
            <a:off x="528320" y="650240"/>
            <a:ext cx="6350000" cy="568960"/>
          </a:xfrm>
          <a:prstGeom prst="flowChartAlternateProcess">
            <a:avLst/>
          </a:prstGeom>
          <a:solidFill>
            <a:srgbClr val="DC728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Show total spend and number of conversions per campaign.</a:t>
            </a:r>
            <a:endParaRPr lang="en-IN" dirty="0"/>
          </a:p>
        </p:txBody>
      </p:sp>
      <p:pic>
        <p:nvPicPr>
          <p:cNvPr id="7" name="Picture 6">
            <a:extLst>
              <a:ext uri="{FF2B5EF4-FFF2-40B4-BE49-F238E27FC236}">
                <a16:creationId xmlns:a16="http://schemas.microsoft.com/office/drawing/2014/main" id="{1A298491-9387-F4D6-530E-8AE86A36DF0A}"/>
              </a:ext>
            </a:extLst>
          </p:cNvPr>
          <p:cNvPicPr>
            <a:picLocks noChangeAspect="1"/>
          </p:cNvPicPr>
          <p:nvPr/>
        </p:nvPicPr>
        <p:blipFill>
          <a:blip r:embed="rId3"/>
          <a:stretch>
            <a:fillRect/>
          </a:stretch>
        </p:blipFill>
        <p:spPr>
          <a:xfrm>
            <a:off x="289264" y="2014158"/>
            <a:ext cx="6828112" cy="2024441"/>
          </a:xfrm>
          <a:prstGeom prst="round2DiagRect">
            <a:avLst>
              <a:gd name="adj1" fmla="val 16667"/>
              <a:gd name="adj2" fmla="val 0"/>
            </a:avLst>
          </a:prstGeom>
          <a:ln w="88900" cap="sq">
            <a:solidFill>
              <a:srgbClr val="FFFFFF"/>
            </a:solidFill>
            <a:miter lim="800000"/>
          </a:ln>
          <a:effectLst>
            <a:glow rad="101600">
              <a:srgbClr val="EFA3B9">
                <a:alpha val="60000"/>
              </a:srgbClr>
            </a:glow>
            <a:outerShdw blurRad="254000" algn="tl" rotWithShape="0">
              <a:srgbClr val="000000">
                <a:alpha val="43000"/>
              </a:srgbClr>
            </a:outerShdw>
          </a:effectLst>
        </p:spPr>
      </p:pic>
      <p:pic>
        <p:nvPicPr>
          <p:cNvPr id="10" name="Picture 9">
            <a:extLst>
              <a:ext uri="{FF2B5EF4-FFF2-40B4-BE49-F238E27FC236}">
                <a16:creationId xmlns:a16="http://schemas.microsoft.com/office/drawing/2014/main" id="{FCE1B684-2590-1028-14C4-81BEAD82407E}"/>
              </a:ext>
            </a:extLst>
          </p:cNvPr>
          <p:cNvPicPr>
            <a:picLocks noChangeAspect="1"/>
          </p:cNvPicPr>
          <p:nvPr/>
        </p:nvPicPr>
        <p:blipFill>
          <a:blip r:embed="rId4"/>
          <a:stretch>
            <a:fillRect/>
          </a:stretch>
        </p:blipFill>
        <p:spPr>
          <a:xfrm>
            <a:off x="7598266" y="1920240"/>
            <a:ext cx="4217814" cy="4246880"/>
          </a:xfrm>
          <a:prstGeom prst="rect">
            <a:avLst/>
          </a:prstGeom>
          <a:solidFill>
            <a:srgbClr val="FFFFFF">
              <a:shade val="85000"/>
            </a:srgbClr>
          </a:solidFill>
          <a:ln w="88900" cap="sq">
            <a:solidFill>
              <a:srgbClr val="FFFFFF"/>
            </a:solidFill>
            <a:miter lim="800000"/>
          </a:ln>
          <a:effectLst>
            <a:glow rad="101600">
              <a:srgbClr val="EFA3B9">
                <a:alpha val="60000"/>
              </a:srgbClr>
            </a:glow>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Tree>
    <p:extLst>
      <p:ext uri="{BB962C8B-B14F-4D97-AF65-F5344CB8AC3E}">
        <p14:creationId xmlns:p14="http://schemas.microsoft.com/office/powerpoint/2010/main" val="358020953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descr="A white background with pink dots">
            <a:extLst>
              <a:ext uri="{FF2B5EF4-FFF2-40B4-BE49-F238E27FC236}">
                <a16:creationId xmlns:a16="http://schemas.microsoft.com/office/drawing/2014/main" id="{00D8080E-AC95-1ECB-3DC9-999C9D9BA2D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1999" cy="6858000"/>
          </a:xfrm>
          <a:prstGeom prst="rect">
            <a:avLst/>
          </a:prstGeom>
        </p:spPr>
      </p:pic>
      <p:sp>
        <p:nvSpPr>
          <p:cNvPr id="6" name="Flowchart: Alternate Process 5">
            <a:extLst>
              <a:ext uri="{FF2B5EF4-FFF2-40B4-BE49-F238E27FC236}">
                <a16:creationId xmlns:a16="http://schemas.microsoft.com/office/drawing/2014/main" id="{F148E8E7-B655-39EA-C4A8-41710DB7BBE4}"/>
              </a:ext>
            </a:extLst>
          </p:cNvPr>
          <p:cNvSpPr/>
          <p:nvPr/>
        </p:nvSpPr>
        <p:spPr>
          <a:xfrm>
            <a:off x="694266" y="729827"/>
            <a:ext cx="6184053" cy="508000"/>
          </a:xfrm>
          <a:prstGeom prst="flowChartAlternateProcess">
            <a:avLst/>
          </a:prstGeom>
          <a:solidFill>
            <a:srgbClr val="DC728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Show total revenue on holidays with their holiday factor.</a:t>
            </a:r>
            <a:endParaRPr lang="en-IN" dirty="0"/>
          </a:p>
        </p:txBody>
      </p:sp>
      <p:pic>
        <p:nvPicPr>
          <p:cNvPr id="9" name="Picture 8">
            <a:extLst>
              <a:ext uri="{FF2B5EF4-FFF2-40B4-BE49-F238E27FC236}">
                <a16:creationId xmlns:a16="http://schemas.microsoft.com/office/drawing/2014/main" id="{2054EB36-904C-D8CC-E319-05CE5F0EC1FC}"/>
              </a:ext>
            </a:extLst>
          </p:cNvPr>
          <p:cNvPicPr>
            <a:picLocks noChangeAspect="1"/>
          </p:cNvPicPr>
          <p:nvPr/>
        </p:nvPicPr>
        <p:blipFill>
          <a:blip r:embed="rId3"/>
          <a:stretch>
            <a:fillRect/>
          </a:stretch>
        </p:blipFill>
        <p:spPr>
          <a:xfrm>
            <a:off x="772968" y="2147332"/>
            <a:ext cx="6530906" cy="2184400"/>
          </a:xfrm>
          <a:prstGeom prst="round2DiagRect">
            <a:avLst>
              <a:gd name="adj1" fmla="val 16667"/>
              <a:gd name="adj2" fmla="val 0"/>
            </a:avLst>
          </a:prstGeom>
          <a:ln w="88900" cap="sq">
            <a:solidFill>
              <a:srgbClr val="FFFFFF"/>
            </a:solidFill>
            <a:miter lim="800000"/>
          </a:ln>
          <a:effectLst>
            <a:glow rad="101600">
              <a:srgbClr val="EFA3B9">
                <a:alpha val="60000"/>
              </a:srgbClr>
            </a:glow>
            <a:outerShdw blurRad="152400" dist="317500" dir="5400000" sx="90000" sy="-19000" rotWithShape="0">
              <a:prstClr val="black">
                <a:alpha val="15000"/>
              </a:prstClr>
            </a:outerShdw>
          </a:effectLst>
        </p:spPr>
      </p:pic>
      <p:pic>
        <p:nvPicPr>
          <p:cNvPr id="12" name="Picture 11">
            <a:extLst>
              <a:ext uri="{FF2B5EF4-FFF2-40B4-BE49-F238E27FC236}">
                <a16:creationId xmlns:a16="http://schemas.microsoft.com/office/drawing/2014/main" id="{428538D8-208D-1AA3-4CF3-814965917E33}"/>
              </a:ext>
            </a:extLst>
          </p:cNvPr>
          <p:cNvPicPr>
            <a:picLocks noChangeAspect="1"/>
          </p:cNvPicPr>
          <p:nvPr/>
        </p:nvPicPr>
        <p:blipFill>
          <a:blip r:embed="rId4"/>
          <a:stretch>
            <a:fillRect/>
          </a:stretch>
        </p:blipFill>
        <p:spPr>
          <a:xfrm>
            <a:off x="7583767" y="2057400"/>
            <a:ext cx="4328339" cy="2936240"/>
          </a:xfrm>
          <a:prstGeom prst="rect">
            <a:avLst/>
          </a:prstGeom>
          <a:solidFill>
            <a:srgbClr val="FFFFFF">
              <a:shade val="85000"/>
            </a:srgbClr>
          </a:solidFill>
          <a:ln w="88900" cap="sq">
            <a:solidFill>
              <a:srgbClr val="FFFFFF"/>
            </a:solidFill>
            <a:miter lim="800000"/>
          </a:ln>
          <a:effectLst>
            <a:glow rad="101600">
              <a:srgbClr val="EFA3B9">
                <a:alpha val="60000"/>
              </a:srgbClr>
            </a:glow>
            <a:outerShdw blurRad="152400" dist="317500" dir="5400000" sx="90000" sy="-19000" rotWithShape="0">
              <a:prstClr val="black">
                <a:alpha val="15000"/>
              </a:prstClr>
            </a:outerShdw>
          </a:effectLst>
          <a:scene3d>
            <a:camera prst="orthographicFront"/>
            <a:lightRig rig="twoPt" dir="t">
              <a:rot lat="0" lon="0" rev="7200000"/>
            </a:lightRig>
          </a:scene3d>
          <a:sp3d>
            <a:bevelT w="25400" h="19050"/>
            <a:contourClr>
              <a:srgbClr val="FFFFFF"/>
            </a:contourClr>
          </a:sp3d>
        </p:spPr>
      </p:pic>
    </p:spTree>
    <p:extLst>
      <p:ext uri="{BB962C8B-B14F-4D97-AF65-F5344CB8AC3E}">
        <p14:creationId xmlns:p14="http://schemas.microsoft.com/office/powerpoint/2010/main" val="207052664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A white background with pink dots">
            <a:extLst>
              <a:ext uri="{FF2B5EF4-FFF2-40B4-BE49-F238E27FC236}">
                <a16:creationId xmlns:a16="http://schemas.microsoft.com/office/drawing/2014/main" id="{C75ECCDD-6842-11C4-0136-AD97EEF7FD6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1999" cy="6858000"/>
          </a:xfrm>
          <a:prstGeom prst="rect">
            <a:avLst/>
          </a:prstGeom>
        </p:spPr>
      </p:pic>
      <p:sp>
        <p:nvSpPr>
          <p:cNvPr id="4" name="Flowchart: Alternate Process 3">
            <a:extLst>
              <a:ext uri="{FF2B5EF4-FFF2-40B4-BE49-F238E27FC236}">
                <a16:creationId xmlns:a16="http://schemas.microsoft.com/office/drawing/2014/main" id="{68CCC58F-410A-202D-7AF1-26F4B5A2B507}"/>
              </a:ext>
            </a:extLst>
          </p:cNvPr>
          <p:cNvSpPr/>
          <p:nvPr/>
        </p:nvSpPr>
        <p:spPr>
          <a:xfrm>
            <a:off x="919235" y="906026"/>
            <a:ext cx="4783667" cy="401320"/>
          </a:xfrm>
          <a:prstGeom prst="flowChartAlternateProcess">
            <a:avLst/>
          </a:prstGeom>
          <a:solidFill>
            <a:srgbClr val="DC728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it-IT" dirty="0"/>
              <a:t>Calculate ROI per channel (Revenue / Spend).</a:t>
            </a:r>
            <a:endParaRPr lang="en-IN" dirty="0"/>
          </a:p>
        </p:txBody>
      </p:sp>
      <p:pic>
        <p:nvPicPr>
          <p:cNvPr id="6" name="Picture 5">
            <a:extLst>
              <a:ext uri="{FF2B5EF4-FFF2-40B4-BE49-F238E27FC236}">
                <a16:creationId xmlns:a16="http://schemas.microsoft.com/office/drawing/2014/main" id="{E0CB86BB-77FE-11CB-085D-7D23FA2D6FE7}"/>
              </a:ext>
            </a:extLst>
          </p:cNvPr>
          <p:cNvPicPr>
            <a:picLocks noChangeAspect="1"/>
          </p:cNvPicPr>
          <p:nvPr/>
        </p:nvPicPr>
        <p:blipFill>
          <a:blip r:embed="rId3"/>
          <a:stretch>
            <a:fillRect/>
          </a:stretch>
        </p:blipFill>
        <p:spPr>
          <a:xfrm>
            <a:off x="1790700" y="2497296"/>
            <a:ext cx="4136544" cy="2087721"/>
          </a:xfrm>
          <a:prstGeom prst="round2DiagRect">
            <a:avLst>
              <a:gd name="adj1" fmla="val 16667"/>
              <a:gd name="adj2" fmla="val 0"/>
            </a:avLst>
          </a:prstGeom>
          <a:ln w="88900" cap="sq">
            <a:solidFill>
              <a:srgbClr val="FFFFFF"/>
            </a:solidFill>
            <a:miter lim="800000"/>
          </a:ln>
          <a:effectLst>
            <a:glow rad="101600">
              <a:srgbClr val="EFA3B9">
                <a:alpha val="60000"/>
              </a:srgbClr>
            </a:glow>
            <a:outerShdw blurRad="254000" algn="tl" rotWithShape="0">
              <a:srgbClr val="000000">
                <a:alpha val="43000"/>
              </a:srgbClr>
            </a:outerShdw>
          </a:effectLst>
        </p:spPr>
      </p:pic>
      <p:pic>
        <p:nvPicPr>
          <p:cNvPr id="11" name="Picture 10">
            <a:extLst>
              <a:ext uri="{FF2B5EF4-FFF2-40B4-BE49-F238E27FC236}">
                <a16:creationId xmlns:a16="http://schemas.microsoft.com/office/drawing/2014/main" id="{B7C647E7-5DAD-ABB4-97A9-21914F73B95A}"/>
              </a:ext>
            </a:extLst>
          </p:cNvPr>
          <p:cNvPicPr>
            <a:picLocks noChangeAspect="1"/>
          </p:cNvPicPr>
          <p:nvPr/>
        </p:nvPicPr>
        <p:blipFill>
          <a:blip r:embed="rId4"/>
          <a:stretch>
            <a:fillRect/>
          </a:stretch>
        </p:blipFill>
        <p:spPr>
          <a:xfrm>
            <a:off x="6547431" y="2493407"/>
            <a:ext cx="3853869" cy="2815709"/>
          </a:xfrm>
          <a:prstGeom prst="rect">
            <a:avLst/>
          </a:prstGeom>
          <a:solidFill>
            <a:srgbClr val="FFFFFF">
              <a:shade val="85000"/>
            </a:srgbClr>
          </a:solidFill>
          <a:ln w="88900" cap="sq">
            <a:solidFill>
              <a:srgbClr val="FFFFFF"/>
            </a:solidFill>
            <a:miter lim="800000"/>
          </a:ln>
          <a:effectLst>
            <a:glow rad="101600">
              <a:srgbClr val="EFA3B9">
                <a:alpha val="60000"/>
              </a:srgbClr>
            </a:glow>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Tree>
    <p:extLst>
      <p:ext uri="{BB962C8B-B14F-4D97-AF65-F5344CB8AC3E}">
        <p14:creationId xmlns:p14="http://schemas.microsoft.com/office/powerpoint/2010/main" val="84711639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59C6901A-FCF0-136C-2AEE-2EB7E719E07E}"/>
              </a:ext>
            </a:extLst>
          </p:cNvPr>
          <p:cNvSpPr txBox="1"/>
          <p:nvPr/>
        </p:nvSpPr>
        <p:spPr>
          <a:xfrm>
            <a:off x="4450080" y="2672080"/>
            <a:ext cx="3069430" cy="584775"/>
          </a:xfrm>
          <a:prstGeom prst="rect">
            <a:avLst/>
          </a:prstGeom>
          <a:noFill/>
        </p:spPr>
        <p:txBody>
          <a:bodyPr wrap="none" rtlCol="0">
            <a:spAutoFit/>
          </a:bodyPr>
          <a:lstStyle/>
          <a:p>
            <a:r>
              <a:rPr lang="en-IN" sz="3200" b="1" dirty="0">
                <a:solidFill>
                  <a:srgbClr val="9C2C47"/>
                </a:solidFill>
                <a:latin typeface="Calisto MT" panose="02040603050505030304" pitchFamily="18" charset="0"/>
              </a:rPr>
              <a:t>THANK YOU..</a:t>
            </a:r>
          </a:p>
        </p:txBody>
      </p:sp>
    </p:spTree>
    <p:extLst>
      <p:ext uri="{BB962C8B-B14F-4D97-AF65-F5344CB8AC3E}">
        <p14:creationId xmlns:p14="http://schemas.microsoft.com/office/powerpoint/2010/main" val="94025269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170</TotalTime>
  <Words>289</Words>
  <Application>Microsoft Office PowerPoint</Application>
  <PresentationFormat>Widescreen</PresentationFormat>
  <Paragraphs>51</Paragraphs>
  <Slides>26</Slides>
  <Notes>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26</vt:i4>
      </vt:variant>
    </vt:vector>
  </HeadingPairs>
  <TitlesOfParts>
    <vt:vector size="34" baseType="lpstr">
      <vt:lpstr>Aptos</vt:lpstr>
      <vt:lpstr>Aptos Display</vt:lpstr>
      <vt:lpstr>Arial</vt:lpstr>
      <vt:lpstr>Bahnschrift Light</vt:lpstr>
      <vt:lpstr>Bell MT</vt:lpstr>
      <vt:lpstr>Bodoni MT</vt:lpstr>
      <vt:lpstr>Calisto MT</vt:lpstr>
      <vt:lpstr>Office Theme</vt:lpstr>
      <vt:lpstr>Data-Driven Marketing Optimization Using SQL</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rutujakate203@gmail.com</dc:creator>
  <cp:lastModifiedBy>rutujakate203@gmail.com</cp:lastModifiedBy>
  <cp:revision>1</cp:revision>
  <dcterms:created xsi:type="dcterms:W3CDTF">2025-10-03T19:59:53Z</dcterms:created>
  <dcterms:modified xsi:type="dcterms:W3CDTF">2025-10-04T08:01:03Z</dcterms:modified>
</cp:coreProperties>
</file>